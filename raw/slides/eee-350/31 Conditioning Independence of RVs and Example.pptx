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315C82-1DF4-4AD4-940A-D81EE017134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18693-A766-4256-8B81-6636EC9E07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079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10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FE3D-6C6A-4816-8738-8DB0882BE5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1C92-26D0-47E7-8E04-06B84AB84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50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FE3D-6C6A-4816-8738-8DB0882BE5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1C92-26D0-47E7-8E04-06B84AB84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4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FE3D-6C6A-4816-8738-8DB0882BE5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1C92-26D0-47E7-8E04-06B84AB84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64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FE3D-6C6A-4816-8738-8DB0882BE5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1C92-26D0-47E7-8E04-06B84AB84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90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FE3D-6C6A-4816-8738-8DB0882BE5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1C92-26D0-47E7-8E04-06B84AB84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7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FE3D-6C6A-4816-8738-8DB0882BE5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1C92-26D0-47E7-8E04-06B84AB84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19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FE3D-6C6A-4816-8738-8DB0882BE5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1C92-26D0-47E7-8E04-06B84AB84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96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FE3D-6C6A-4816-8738-8DB0882BE5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1C92-26D0-47E7-8E04-06B84AB84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7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FE3D-6C6A-4816-8738-8DB0882BE5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1C92-26D0-47E7-8E04-06B84AB84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250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FE3D-6C6A-4816-8738-8DB0882BE5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1C92-26D0-47E7-8E04-06B84AB84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95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2FE3D-6C6A-4816-8738-8DB0882BE5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1C92-26D0-47E7-8E04-06B84AB84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3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52FE3D-6C6A-4816-8738-8DB0882BE5FB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B1C92-26D0-47E7-8E04-06B84AB84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92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Conditional PMF of a RV Given Another</a:t>
            </a:r>
            <a:endParaRPr lang="en-US" sz="36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90" y="2405891"/>
            <a:ext cx="4876800" cy="417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094" y="3040220"/>
            <a:ext cx="3006457" cy="1404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90" y="5120649"/>
            <a:ext cx="5322454" cy="139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39094" y="2005781"/>
            <a:ext cx="12666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ym typeface="Symbol" panose="05050102010706020507" pitchFamily="18" charset="2"/>
              </a:rPr>
              <a:t></a:t>
            </a:r>
            <a:r>
              <a:rPr lang="en-US" sz="2400" dirty="0">
                <a:sym typeface="Symbol" panose="05050102010706020507" pitchFamily="18" charset="2"/>
              </a:rPr>
              <a:t> </a:t>
            </a:r>
            <a:r>
              <a:rPr lang="en-US" sz="2000" dirty="0" smtClean="0">
                <a:sym typeface="Symbol" panose="05050102010706020507" pitchFamily="18" charset="2"/>
              </a:rPr>
              <a:t> </a:t>
            </a:r>
            <a:r>
              <a:rPr lang="en-US" sz="2000" dirty="0" smtClean="0"/>
              <a:t>Recall: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621890" y="4602498"/>
            <a:ext cx="78029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sym typeface="Symbol" panose="05050102010706020507" pitchFamily="18" charset="2"/>
              </a:rPr>
              <a:t> </a:t>
            </a:r>
            <a:r>
              <a:rPr lang="en-US" sz="2000" dirty="0" smtClean="0"/>
              <a:t>Conditional PMF of a RV given another: A version of Bayes’ Rule: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56485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Conditional PDF of a RV Given Another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58603"/>
            <a:ext cx="4648200" cy="4999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2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Independent RVs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2052918"/>
            <a:ext cx="765773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Two RVs are independent if the joint dist. is the product of </a:t>
            </a:r>
            <a:r>
              <a:rPr lang="en-US" sz="2000" dirty="0" err="1" smtClean="0"/>
              <a:t>marginals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Another definition: Conditioning makes no difference</a:t>
            </a:r>
            <a:endParaRPr lang="en-US" sz="2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2999" y="2979254"/>
            <a:ext cx="294322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012" y="5137722"/>
            <a:ext cx="2593848" cy="2804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012" y="5709387"/>
            <a:ext cx="2514600" cy="280416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62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52578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095625"/>
            <a:ext cx="34671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109113"/>
            <a:ext cx="701992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914400" y="5705168"/>
            <a:ext cx="7697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YES!</a:t>
            </a:r>
            <a:endParaRPr lang="en-US" sz="2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7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07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68" y="1676400"/>
            <a:ext cx="3214100" cy="276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724400"/>
            <a:ext cx="4152900" cy="1456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239000" y="3962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13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627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"/>
  <p:tag name="ORIGINALWIDTH" val="1276.5"/>
  <p:tag name="LATEXADDIN" val="\documentclass{article}&#10;\usepackage{amsmath}&#10;\pagestyle{empty}&#10;\begin{document}&#10;$P_{X|Y}(x|y) = P_X(x)\;, \forall y$&#10;\end{document}"/>
  <p:tag name="IGUANATEXSIZE" val="20"/>
  <p:tag name="IGUANATEXCURSOR" val="1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38"/>
  <p:tag name="ORIGINALWIDTH" val="1237.5"/>
  <p:tag name="LATEXADDIN" val="\documentclass{article}&#10;\usepackage{amsmath}&#10;\pagestyle{empty}&#10;\begin{document}&#10;$f_{X|Y}(x|y) = f_X(x)\;, \forall y$&#10;\end{document}"/>
  <p:tag name="IGUANATEXSIZE" val="20"/>
  <p:tag name="IGUANATEXCURSOR" val="9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94</Words>
  <Application>Microsoft Office PowerPoint</Application>
  <PresentationFormat>On-screen Show (4:3)</PresentationFormat>
  <Paragraphs>28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MS PGothic</vt:lpstr>
      <vt:lpstr>Akzidenz-Grotesk Pro Bold</vt:lpstr>
      <vt:lpstr>Arial</vt:lpstr>
      <vt:lpstr>Calibri</vt:lpstr>
      <vt:lpstr>Symbol</vt:lpstr>
      <vt:lpstr>Office Theme</vt:lpstr>
      <vt:lpstr>Conditional PMF of a RV Given Another</vt:lpstr>
      <vt:lpstr>Conditional PDF of a RV Given Another</vt:lpstr>
      <vt:lpstr>Independent RVs</vt:lpstr>
      <vt:lpstr>Example</vt:lpstr>
      <vt:lpstr>PowerPoint Presentation</vt:lpstr>
      <vt:lpstr>Example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Cihan Tepedelenlioglu</dc:creator>
  <cp:lastModifiedBy>Abhilash Sureshbabu</cp:lastModifiedBy>
  <cp:revision>7</cp:revision>
  <dcterms:created xsi:type="dcterms:W3CDTF">2015-06-06T00:43:52Z</dcterms:created>
  <dcterms:modified xsi:type="dcterms:W3CDTF">2016-02-19T00:19:57Z</dcterms:modified>
</cp:coreProperties>
</file>