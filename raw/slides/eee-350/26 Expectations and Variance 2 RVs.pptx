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57" r:id="rId3"/>
    <p:sldId id="262" r:id="rId4"/>
    <p:sldId id="258" r:id="rId5"/>
    <p:sldId id="260" r:id="rId6"/>
    <p:sldId id="261" r:id="rId7"/>
    <p:sldId id="259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62F6B-2228-4C25-BFC6-702A09890CA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9EEA0-A7F0-4DDB-9D63-979E683F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27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17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B078-4EBC-4A60-A1D6-4EA0F1C492F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6F3B-F781-4468-B048-5D87246C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138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B078-4EBC-4A60-A1D6-4EA0F1C492F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6F3B-F781-4468-B048-5D87246C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0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B078-4EBC-4A60-A1D6-4EA0F1C492F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6F3B-F781-4468-B048-5D87246C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16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B078-4EBC-4A60-A1D6-4EA0F1C492F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6F3B-F781-4468-B048-5D87246C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9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B078-4EBC-4A60-A1D6-4EA0F1C492F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6F3B-F781-4468-B048-5D87246C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5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B078-4EBC-4A60-A1D6-4EA0F1C492F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6F3B-F781-4468-B048-5D87246C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56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B078-4EBC-4A60-A1D6-4EA0F1C492F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6F3B-F781-4468-B048-5D87246C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4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B078-4EBC-4A60-A1D6-4EA0F1C492F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6F3B-F781-4468-B048-5D87246C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08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B078-4EBC-4A60-A1D6-4EA0F1C492F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6F3B-F781-4468-B048-5D87246C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1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B078-4EBC-4A60-A1D6-4EA0F1C492F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6F3B-F781-4468-B048-5D87246C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24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B078-4EBC-4A60-A1D6-4EA0F1C492F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6F3B-F781-4468-B048-5D87246C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66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904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426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323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02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444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9893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478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360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056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634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174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8B078-4EBC-4A60-A1D6-4EA0F1C492F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06F3B-F781-4468-B048-5D87246C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57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38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FFC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8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Expectations and Variance: 2 RVs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448243"/>
            <a:ext cx="2530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</a:rPr>
              <a:t>We already covered: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60" y="3026599"/>
            <a:ext cx="462915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97560" y="4566920"/>
            <a:ext cx="2550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</a:rPr>
              <a:t>Expectation is linear: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23521"/>
            <a:ext cx="32861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97747"/>
            <a:ext cx="2253082" cy="30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2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61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Variance: 2 RVs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84996" y="1823720"/>
            <a:ext cx="3650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Can use definition to prove: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4516" y="3692803"/>
            <a:ext cx="4543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Last term is related to “covariance”: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266" y="2779925"/>
            <a:ext cx="70770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266" y="4572000"/>
            <a:ext cx="43434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90600" y="5388670"/>
            <a:ext cx="6622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We will see more about (normalized) covariance later.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6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Variance of a Sum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84" y="1950166"/>
            <a:ext cx="1121969" cy="2322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85" y="2767241"/>
            <a:ext cx="6162815" cy="19795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84" y="5628907"/>
            <a:ext cx="4029761" cy="30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20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8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Variance Properties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2867025" cy="117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65" y="2895600"/>
            <a:ext cx="4329113" cy="1202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36" y="4572000"/>
            <a:ext cx="3538538" cy="1527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9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84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924"/>
  <p:tag name="LATEXADDIN" val="\documentclass{article}&#10;\usepackage{amsmath}&#10;\pagestyle{empty}&#10;\begin{document}&#10;&#10;&#10;$\text{Let} \hspace{0.1cm}W=g(X,Y)$&#10;&#10;&#10;&#10;\end{document}"/>
  <p:tag name="IGUANATEXSIZE" val="24"/>
  <p:tag name="IGUANATEXCURSOR" val="115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5.25"/>
  <p:tag name="ORIGINALWIDTH" val="613.5"/>
  <p:tag name="LATEXADDIN" val="\documentclass{article}&#10;\usepackage{amsmath}&#10;\pagestyle{empty}&#10;\begin{document}&#10;&#10;$Z = X + Y$&#10;\end{document}"/>
  <p:tag name="IGUANATEXSIZE" val="24"/>
  <p:tag name="IGUANATEXCURSOR" val="91"/>
  <p:tag name="TRANSPARENCY" val="True"/>
  <p:tag name="FILENAME" val=""/>
  <p:tag name="INPUTTYPE" val="0"/>
  <p:tag name="LATEXENGINEID" val="0"/>
  <p:tag name="TEMPFOLDER" val="C:\Users\Abhilash S\Documents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3.4629"/>
  <p:tag name="ORIGINALWIDTH" val="720.0347"/>
  <p:tag name="LATEXADDIN" val="\documentclass{article}&#10;\usepackage{amsmath}&#10;\pagestyle{empty}&#10;\begin{document}&#10;&#10;$\begin{aligned}&#10;               \mathrm{Var}\left[Z\right]&amp;=E\left[Z^2\right]-(E\left[Z\right])^2 \\&#10;                       &amp;= E\left[(X+Y)^2\right]-(E\left[(X+Y)\right])^2 \\&#10;                       &amp;= E\left[(X+Y)^2\right]-(E\left[X\right]+E\left[Y\right])^2 \\&#10;                       &amp;=E\left[(X^2+Y^2+2XY)\right]-((E\left[X\right])^2+(E\left[Y\right])^2+2E\left[X\right]E\left[Y\right])\\&#10;                       &amp;=\mathrm{Var}\left[X\right]+\mathrm{Var}\left[Y\right]+2\mathrm{Cov}\left[X,Y\right]&#10;  \end{aligned}$&#10;&#10;\end{document}"/>
  <p:tag name="IGUANATEXSIZE" val="24"/>
  <p:tag name="IGUANATEXCURSOR" val="43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2203.5"/>
  <p:tag name="LATEXADDIN" val="\documentclass{article}&#10;\usepackage{amsmath}&#10;\pagestyle{empty}&#10;\begin{document}&#10;&#10;$\mathrm{Cov}\left[X,Y\right]=E\left[(X-E\left[X\right])(Y-E\left[Y\right])\right]$&#10;\end{document}"/>
  <p:tag name="IGUANATEXSIZE" val="24"/>
  <p:tag name="IGUANATEXCURSOR" val="94"/>
  <p:tag name="TRANSPARENCY" val="True"/>
  <p:tag name="FILENAME" val=""/>
  <p:tag name="INPUTTYPE" val="0"/>
  <p:tag name="LATEXENGINEID" val="0"/>
  <p:tag name="TEMPFOLDER" val="C:\Users\Abhilash S\Documents\temp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83</Words>
  <Application>Microsoft Office PowerPoint</Application>
  <PresentationFormat>On-screen Show (4:3)</PresentationFormat>
  <Paragraphs>18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MS PGothic</vt:lpstr>
      <vt:lpstr>Akzidenz-Grotesk Pro Bold</vt:lpstr>
      <vt:lpstr>Arial</vt:lpstr>
      <vt:lpstr>Calibri</vt:lpstr>
      <vt:lpstr>Office Theme</vt:lpstr>
      <vt:lpstr>2_Office Theme</vt:lpstr>
      <vt:lpstr>Expectations and Variance: 2 RVs</vt:lpstr>
      <vt:lpstr>PowerPoint Presentation</vt:lpstr>
      <vt:lpstr>Variance: 2 RVs</vt:lpstr>
      <vt:lpstr>Variance of a Sum</vt:lpstr>
      <vt:lpstr>PowerPoint Presentation</vt:lpstr>
      <vt:lpstr>Variance Properties Cont’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Expectations and Variance: 2 RVs</dc:title>
  <dc:creator>Cihan Tepedelenlioglu</dc:creator>
  <cp:lastModifiedBy>Abhilash Sureshbabu</cp:lastModifiedBy>
  <cp:revision>8</cp:revision>
  <dcterms:created xsi:type="dcterms:W3CDTF">2015-06-06T00:40:13Z</dcterms:created>
  <dcterms:modified xsi:type="dcterms:W3CDTF">2016-02-19T00:18:07Z</dcterms:modified>
</cp:coreProperties>
</file>