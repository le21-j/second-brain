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2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7BCBA-65E2-4A12-A8E3-CBEFED479B6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D3DD5-DF02-4EEA-815D-E8CBA9CF4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8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5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11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3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88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1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0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3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4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73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89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5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6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8BC5F-9866-43C1-8C3F-2E1779E57A8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66899-A4B8-4D9E-8990-1E73E550E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3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Law of Large Numbers and the Central Limit Theorem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2985" y="2443480"/>
            <a:ext cx="753706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 LLN and CLT are about convergence of sums of a large # of RVs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LLN is about the “average” (sum / # of RVs)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CLT involves a different normalization (with the </a:t>
            </a:r>
            <a:r>
              <a:rPr lang="en-US" sz="2000" dirty="0" err="1" smtClean="0"/>
              <a:t>sqrt</a:t>
            </a:r>
            <a:r>
              <a:rPr lang="en-US" sz="2000" smtClean="0"/>
              <a:t> of the # of RVs)</a:t>
            </a:r>
            <a:endParaRPr lang="en-US" sz="2000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Both are fundamental in probability theory and practice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We first revisit the Chebyshev’s inequality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Then recall regular (calculus) notion of “convergence of sequences”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56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Chebyshev’s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 Inequality</a:t>
            </a:r>
            <a:endParaRPr lang="en-US" sz="3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81400"/>
            <a:ext cx="2867400" cy="992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638800"/>
            <a:ext cx="2971799" cy="840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5913869"/>
            <a:ext cx="2667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1752600"/>
            <a:ext cx="57280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Find upper bound on tail probabilities of a RV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Finite mean and variance       and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209800"/>
            <a:ext cx="138684" cy="1661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147955"/>
            <a:ext cx="234696" cy="22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4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Proof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89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Deterministic Limits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36195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9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Convergence “in probability”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57400"/>
            <a:ext cx="485775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5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49" y="1676400"/>
            <a:ext cx="3415998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412" y="4876800"/>
            <a:ext cx="74390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What is              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Does        converge in probability, and if so, </a:t>
            </a:r>
            <a:r>
              <a:rPr lang="en-US" sz="2000" smtClean="0"/>
              <a:t>to what? 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Example of a sequence with constant mean that converges in prob.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299" y="5064140"/>
            <a:ext cx="588264" cy="2514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312" y="5564434"/>
            <a:ext cx="256032" cy="21183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4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54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68.25"/>
  <p:tag name="LATEXADDIN" val="\documentclass{article}&#10;\usepackage{amsmath}&#10;\pagestyle{empty}&#10;\begin{document}&#10;$$\mu$$&#10;\end{document}"/>
  <p:tag name="IGUANATEXSIZE" val="20"/>
  <p:tag name="IGUANATEXCURSOR" val="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5"/>
  <p:tag name="ORIGINALWIDTH" val="115.5"/>
  <p:tag name="LATEXADDIN" val="\documentclass{article}&#10;\usepackage{amsmath}&#10;\pagestyle{empty}&#10;\begin{document}&#10;$$\sigma^2$$&#10;\end{document}"/>
  <p:tag name="IGUANATEXSIZE" val="20"/>
  <p:tag name="IGUANATEXCURSOR" val="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289.5"/>
  <p:tag name="LATEXADDIN" val="\documentclass{article}&#10;\usepackage{amsmath}&#10;\pagestyle{empty}&#10;\begin{document}&#10;$E[Y_n]$&#10;\end{document}"/>
  <p:tag name="IGUANATEXSIZE" val="20"/>
  <p:tag name="IGUANATEXCURSOR" val="8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126"/>
  <p:tag name="LATEXADDIN" val="\documentclass{article}&#10;\usepackage{amsmath}&#10;\pagestyle{empty}&#10;\begin{document}&#10;$Y_n$&#10;\end{document}"/>
  <p:tag name="IGUANATEXSIZE" val="20"/>
  <p:tag name="IGUANATEXCURSOR" val="8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167</Words>
  <Application>Microsoft Office PowerPoint</Application>
  <PresentationFormat>On-screen Show (4:3)</PresentationFormat>
  <Paragraphs>29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MS PGothic</vt:lpstr>
      <vt:lpstr>Akzidenz-Grotesk Pro Bold</vt:lpstr>
      <vt:lpstr>Arial</vt:lpstr>
      <vt:lpstr>Calibri</vt:lpstr>
      <vt:lpstr>Office Theme</vt:lpstr>
      <vt:lpstr>Law of Large Numbers and the Central Limit Theorem</vt:lpstr>
      <vt:lpstr>Chebyshev’s Inequality</vt:lpstr>
      <vt:lpstr>Proof</vt:lpstr>
      <vt:lpstr>Deterministic Limits</vt:lpstr>
      <vt:lpstr>Convergence “in probability”</vt:lpstr>
      <vt:lpstr>Example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10</cp:revision>
  <dcterms:created xsi:type="dcterms:W3CDTF">2015-06-06T00:52:31Z</dcterms:created>
  <dcterms:modified xsi:type="dcterms:W3CDTF">2016-02-19T00:37:36Z</dcterms:modified>
</cp:coreProperties>
</file>