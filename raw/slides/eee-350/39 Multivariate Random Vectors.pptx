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3938F-9B95-427F-9D0D-482B89FE0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00F1E-A714-4458-A6B8-8602CD86D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1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65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9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4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9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5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4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9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5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7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E608C-1331-4061-9198-E38D9899081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1961C-AF62-42C6-B656-89A7EA4D3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0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Random Vectors (Multivariate)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04" y="2319655"/>
            <a:ext cx="57340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24" y="3834765"/>
            <a:ext cx="58674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87" y="5206364"/>
            <a:ext cx="55054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5724" y="3015675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Discrete: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71987" y="4806255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Continuous: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24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32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I.I.D. Multivariate Random Vectors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69" y="2667000"/>
            <a:ext cx="82200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016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78105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" y="4800600"/>
            <a:ext cx="73247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2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Distribution of max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CDF of the max of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i.i.d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RVs is the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nth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power of the CDF of one: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Example: What is the PDF of the max of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i.i.d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exponential RVs?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PDF of one of them: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876800"/>
            <a:ext cx="3475037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24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Multivariate Gaussian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 bivariate Gaussian: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3" y="2438400"/>
            <a:ext cx="90582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41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Multivariate Gaussian (</a:t>
            </a:r>
            <a:r>
              <a:rPr lang="en-US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generalized to </a:t>
            </a:r>
            <a:r>
              <a:rPr lang="en-US" sz="2000" i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multivariate Gaussians</a:t>
            </a:r>
          </a:p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multivariate PDF has the form</a:t>
            </a:r>
          </a:p>
          <a:p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quadratic function in the exponent</a:t>
            </a:r>
          </a:p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Constant ensures the PDF integrates to unity (there is a formula)</a:t>
            </a:r>
          </a:p>
          <a:p>
            <a:r>
              <a:rPr 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Marginals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(upon integration) yield Gaussian PDFs</a:t>
            </a:r>
          </a:p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                  are means, and related to </a:t>
            </a:r>
            <a:r>
              <a:rPr 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covariances</a:t>
            </a: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                    for           , we have independence</a:t>
            </a:r>
          </a:p>
          <a:p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074510"/>
            <a:ext cx="7716790" cy="9681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04" y="5368401"/>
            <a:ext cx="843197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693916"/>
            <a:ext cx="1006215" cy="2979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35" y="5724771"/>
            <a:ext cx="519684" cy="23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2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6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.33165"/>
  <p:tag name="ORIGINALWIDTH" val="720.0347"/>
  <p:tag name="LATEXADDIN" val="\documentclass{article}&#10;\usepackage{amsmath}&#10;\pagestyle{empty}&#10;\begin{document}&#10;$$f_{X_1,\ldots,X_n}(x_1,\ldots,x_n) = &#10;C \exp\left(-\frac{1}{2}\sum_{i=1}^n\sum_{j=1}^n a_{i,j}(x_i-\mu_i)(x_j-\mu_j)\right)$$&#10;\end{document}"/>
  <p:tag name="IGUANATEXSIZE" val="20"/>
  <p:tag name="IGUANATEXCURSOR" val="1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1.5"/>
  <p:tag name="ORIGINALWIDTH" val="337.5"/>
  <p:tag name="LATEXADDIN" val="\documentclass{article}&#10;\usepackage{amsmath}&#10;\pagestyle{empty}&#10;\begin{document}&#10;$$\mu_i, a_{i,j}$$&#10;\end{document}"/>
  <p:tag name="IGUANATEXSIZE" val="20"/>
  <p:tag name="IGUANATEXCURSOR" val="9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9.25"/>
  <p:tag name="ORIGINALWIDTH" val="402.75"/>
  <p:tag name="LATEXADDIN" val="\documentclass{article}&#10;\usepackage{amsmath}&#10;\pagestyle{empty}&#10;\begin{document}&#10;$$a_{i,j}=0$$&#10;\end{document}"/>
  <p:tag name="IGUANATEXSIZE" val="20"/>
  <p:tag name="IGUANATEXCURSOR" val="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255.75"/>
  <p:tag name="LATEXADDIN" val="\documentclass{article}&#10;\usepackage{amsmath}&#10;\pagestyle{empty}&#10;\begin{document}&#10;$$i \neq j $$&#10;\end{document}"/>
  <p:tag name="IGUANATEXSIZE" val="20"/>
  <p:tag name="IGUANATEXCURSOR" val="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156</Words>
  <Application>Microsoft Office PowerPoint</Application>
  <PresentationFormat>On-screen Show (4:3)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Office Theme</vt:lpstr>
      <vt:lpstr>Random Vectors (Multivariate)</vt:lpstr>
      <vt:lpstr>I.I.D. Multivariate Random Vectors</vt:lpstr>
      <vt:lpstr>Example</vt:lpstr>
      <vt:lpstr>Distribution of max </vt:lpstr>
      <vt:lpstr>PowerPoint Presentation</vt:lpstr>
      <vt:lpstr>Multivariate Gaussian </vt:lpstr>
      <vt:lpstr>Multivariate Gaussian (Cont’)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Multivariate Random Vectors</dc:title>
  <dc:creator>Cihan Tepedelenlioglu</dc:creator>
  <cp:lastModifiedBy>Abhilash Sureshbabu</cp:lastModifiedBy>
  <cp:revision>12</cp:revision>
  <dcterms:created xsi:type="dcterms:W3CDTF">2015-06-06T00:51:06Z</dcterms:created>
  <dcterms:modified xsi:type="dcterms:W3CDTF">2016-02-19T00:36:18Z</dcterms:modified>
</cp:coreProperties>
</file>