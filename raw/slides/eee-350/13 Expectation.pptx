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96A2B-FA8B-4466-A130-2E48003C886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49C67-C541-41D7-8149-E6795BED6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29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2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9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11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0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0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4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4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4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7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1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45C63-F54B-4AD6-A50F-7F0E6CD5617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22E31-4B4E-4200-9B1C-31B68EFB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6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Expectation</a:t>
            </a:r>
            <a:endParaRPr lang="en-US" sz="36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3067050" cy="83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1927" y="3810000"/>
            <a:ext cx="73230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AKA “mean” of the RV or </a:t>
            </a:r>
            <a:r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the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Interpretations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Center of gravity of the PMF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Average in large number of repetitions of the experiment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9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Uniform PMF</a:t>
            </a:r>
            <a:endParaRPr lang="en-US" sz="3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96065"/>
            <a:ext cx="500062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81600"/>
            <a:ext cx="5791200" cy="106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7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Geometric PMF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30" y="1662112"/>
            <a:ext cx="38576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738" y="1981199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24200"/>
            <a:ext cx="41910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4191000"/>
            <a:ext cx="5993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Pulling the </a:t>
            </a:r>
            <a:r>
              <a:rPr lang="en-US" sz="2000" i="1" dirty="0" smtClean="0"/>
              <a:t>p</a:t>
            </a:r>
            <a:r>
              <a:rPr lang="en-US" sz="2000" dirty="0" smtClean="0"/>
              <a:t> out of the sum and using math identity</a:t>
            </a:r>
            <a:endParaRPr lang="en-US" sz="2000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957916"/>
            <a:ext cx="63150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76748" y="5943600"/>
            <a:ext cx="8366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Math identity can be derived by differentiating the geometric sum formula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420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226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Poisson PMF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50923"/>
            <a:ext cx="4225649" cy="82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9400"/>
            <a:ext cx="33528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60998"/>
            <a:ext cx="190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4642662"/>
            <a:ext cx="17335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2000" y="5837753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Last sum is 1 because </a:t>
            </a:r>
            <a:endParaRPr lang="en-US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827" y="5884307"/>
            <a:ext cx="1571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5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Properties of Expectations</a:t>
            </a:r>
            <a:endParaRPr lang="en-US" sz="36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81" y="1676400"/>
            <a:ext cx="4848225" cy="2205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038600"/>
            <a:ext cx="5562600" cy="241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3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Other Examples without Proofs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58901" y="2133600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Binomial </a:t>
            </a:r>
            <a:r>
              <a:rPr lang="en-US" sz="2400" i="1" dirty="0" smtClean="0"/>
              <a:t>(</a:t>
            </a:r>
            <a:r>
              <a:rPr lang="en-US" sz="2400" i="1" dirty="0" err="1" smtClean="0"/>
              <a:t>n,p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758901" y="3733800"/>
            <a:ext cx="2156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Pascal </a:t>
            </a:r>
            <a:r>
              <a:rPr lang="en-US" sz="2400" i="1" dirty="0" smtClean="0"/>
              <a:t>(</a:t>
            </a:r>
            <a:r>
              <a:rPr lang="en-US" sz="2400" i="1" dirty="0" err="1"/>
              <a:t>k</a:t>
            </a:r>
            <a:r>
              <a:rPr lang="en-US" sz="2400" i="1" dirty="0" err="1" smtClean="0"/>
              <a:t>,p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758901" y="5060272"/>
            <a:ext cx="2207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Uniform </a:t>
            </a:r>
            <a:r>
              <a:rPr lang="en-US" sz="2400" i="1" dirty="0" smtClean="0"/>
              <a:t>(</a:t>
            </a:r>
            <a:r>
              <a:rPr lang="en-US" sz="2400" i="1" dirty="0" err="1" smtClean="0"/>
              <a:t>k,l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747" y="2905125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96" y="4343400"/>
            <a:ext cx="15906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96" y="5715000"/>
            <a:ext cx="2114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1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56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</Words>
  <Application>Microsoft Office PowerPoint</Application>
  <PresentationFormat>On-screen Show (4:3)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Expectation</vt:lpstr>
      <vt:lpstr>Example: Uniform PMF</vt:lpstr>
      <vt:lpstr>Example: Geometric PMF</vt:lpstr>
      <vt:lpstr>Example: Poisson PMF</vt:lpstr>
      <vt:lpstr>Properties of Expectations</vt:lpstr>
      <vt:lpstr>Other Examples without Proofs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</dc:title>
  <dc:creator>Cihan Tepedelenlioglu</dc:creator>
  <cp:lastModifiedBy>Abhilash Sureshbabu</cp:lastModifiedBy>
  <cp:revision>3</cp:revision>
  <dcterms:created xsi:type="dcterms:W3CDTF">2015-06-06T00:29:10Z</dcterms:created>
  <dcterms:modified xsi:type="dcterms:W3CDTF">2016-02-19T00:12:50Z</dcterms:modified>
</cp:coreProperties>
</file>