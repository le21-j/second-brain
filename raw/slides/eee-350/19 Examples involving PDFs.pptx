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8D2CA0-72F3-4710-906A-3EF4984F708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ABB732-6842-4BB8-82C1-CACC9B5682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801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65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B1DF-7B9D-40AD-8241-8006394373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A15B-5210-4B53-A19C-B90AF594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828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B1DF-7B9D-40AD-8241-8006394373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A15B-5210-4B53-A19C-B90AF594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36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B1DF-7B9D-40AD-8241-8006394373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A15B-5210-4B53-A19C-B90AF594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49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B1DF-7B9D-40AD-8241-8006394373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A15B-5210-4B53-A19C-B90AF594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35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B1DF-7B9D-40AD-8241-8006394373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A15B-5210-4B53-A19C-B90AF594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760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B1DF-7B9D-40AD-8241-8006394373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A15B-5210-4B53-A19C-B90AF594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582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B1DF-7B9D-40AD-8241-8006394373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A15B-5210-4B53-A19C-B90AF594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85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B1DF-7B9D-40AD-8241-8006394373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A15B-5210-4B53-A19C-B90AF594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6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B1DF-7B9D-40AD-8241-8006394373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A15B-5210-4B53-A19C-B90AF594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38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B1DF-7B9D-40AD-8241-8006394373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A15B-5210-4B53-A19C-B90AF594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53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B1DF-7B9D-40AD-8241-8006394373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DA15B-5210-4B53-A19C-B90AF594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12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7B1DF-7B9D-40AD-8241-8006394373C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DA15B-5210-4B53-A19C-B90AF594D5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99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838200" y="1742440"/>
            <a:ext cx="4190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</a:rPr>
              <a:t>Consider a RV with </a:t>
            </a:r>
            <a:r>
              <a:rPr lang="en-US" sz="2000" dirty="0">
                <a:solidFill>
                  <a:prstClr val="black"/>
                </a:solidFill>
              </a:rPr>
              <a:t>P</a:t>
            </a:r>
            <a:r>
              <a:rPr lang="en-US" sz="2000" dirty="0" smtClean="0">
                <a:solidFill>
                  <a:prstClr val="black"/>
                </a:solidFill>
              </a:rPr>
              <a:t>DF below</a:t>
            </a:r>
            <a:endParaRPr lang="en-US" sz="2000" i="1" dirty="0" smtClean="0">
              <a:solidFill>
                <a:prstClr val="black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438400"/>
            <a:ext cx="376237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80" y="3962400"/>
            <a:ext cx="4838700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17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Solution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7996238" cy="5089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86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Solution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16291"/>
            <a:ext cx="7162800" cy="5241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63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" y="1696652"/>
            <a:ext cx="761047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48" y="3505200"/>
            <a:ext cx="37338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53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0535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Solution</a:t>
            </a:r>
            <a:endParaRPr lang="en-US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1524000"/>
            <a:ext cx="8172450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3781425"/>
            <a:ext cx="7210425" cy="95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10" y="4818448"/>
            <a:ext cx="6773392" cy="178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79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58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On-screen Show (4:3)</PresentationFormat>
  <Paragraphs>17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MS PGothic</vt:lpstr>
      <vt:lpstr>Akzidenz-Grotesk Pro Bold</vt:lpstr>
      <vt:lpstr>Arial</vt:lpstr>
      <vt:lpstr>Calibri</vt:lpstr>
      <vt:lpstr>Office Theme</vt:lpstr>
      <vt:lpstr>Example</vt:lpstr>
      <vt:lpstr>Solution</vt:lpstr>
      <vt:lpstr>Solution Cont’</vt:lpstr>
      <vt:lpstr>Example</vt:lpstr>
      <vt:lpstr>Solution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</dc:title>
  <dc:creator>Cihan Tepedelenlioglu</dc:creator>
  <cp:lastModifiedBy>Abhilash Sureshbabu</cp:lastModifiedBy>
  <cp:revision>2</cp:revision>
  <dcterms:created xsi:type="dcterms:W3CDTF">2015-06-06T00:34:40Z</dcterms:created>
  <dcterms:modified xsi:type="dcterms:W3CDTF">2016-02-19T00:15:33Z</dcterms:modified>
</cp:coreProperties>
</file>