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6E950B-A30F-42C7-81C0-1753E01DBB4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C5D9D6-4C06-474D-9915-1A129CB89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344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079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7FFB-440C-4708-81E2-0E52E163519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18CCC-8C58-4788-B90F-641C2CF43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81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7FFB-440C-4708-81E2-0E52E163519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18CCC-8C58-4788-B90F-641C2CF43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143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7FFB-440C-4708-81E2-0E52E163519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18CCC-8C58-4788-B90F-641C2CF43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731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7FFB-440C-4708-81E2-0E52E163519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18CCC-8C58-4788-B90F-641C2CF43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62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7FFB-440C-4708-81E2-0E52E163519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18CCC-8C58-4788-B90F-641C2CF43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01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7FFB-440C-4708-81E2-0E52E163519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18CCC-8C58-4788-B90F-641C2CF43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89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7FFB-440C-4708-81E2-0E52E163519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18CCC-8C58-4788-B90F-641C2CF43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426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7FFB-440C-4708-81E2-0E52E163519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18CCC-8C58-4788-B90F-641C2CF43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99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7FFB-440C-4708-81E2-0E52E163519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18CCC-8C58-4788-B90F-641C2CF43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114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7FFB-440C-4708-81E2-0E52E163519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18CCC-8C58-4788-B90F-641C2CF43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42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7FFB-440C-4708-81E2-0E52E163519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18CCC-8C58-4788-B90F-641C2CF43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084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87FFB-440C-4708-81E2-0E52E1635196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18CCC-8C58-4788-B90F-641C2CF43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134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Two Independent </a:t>
            </a:r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Normals</a:t>
            </a:r>
            <a:endParaRPr lang="en-US" sz="3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09800"/>
            <a:ext cx="5514975" cy="398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298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Their Sum</a:t>
            </a:r>
            <a:endParaRPr lang="en-US" sz="36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" y="1676399"/>
            <a:ext cx="5429250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953000"/>
            <a:ext cx="503872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456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860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094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1425</TotalTime>
  <Words>36</Words>
  <Application>Microsoft Office PowerPoint</Application>
  <PresentationFormat>On-screen Show (4:3)</PresentationFormat>
  <Paragraphs>10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MS PGothic</vt:lpstr>
      <vt:lpstr>Akzidenz-Grotesk Pro Bold</vt:lpstr>
      <vt:lpstr>Arial</vt:lpstr>
      <vt:lpstr>Calibri</vt:lpstr>
      <vt:lpstr>Office Theme</vt:lpstr>
      <vt:lpstr>Two Independent Normals</vt:lpstr>
      <vt:lpstr>Their Sum</vt:lpstr>
      <vt:lpstr>PowerPoint Presentation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Independent Normals</dc:title>
  <dc:creator>Cihan Tepedelenlioglu</dc:creator>
  <cp:lastModifiedBy>Abhilash Sureshbabu</cp:lastModifiedBy>
  <cp:revision>3</cp:revision>
  <dcterms:created xsi:type="dcterms:W3CDTF">2015-09-17T18:48:42Z</dcterms:created>
  <dcterms:modified xsi:type="dcterms:W3CDTF">2016-02-19T00:23:40Z</dcterms:modified>
</cp:coreProperties>
</file>