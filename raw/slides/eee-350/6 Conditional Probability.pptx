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5" r:id="rId8"/>
    <p:sldId id="263" r:id="rId9"/>
    <p:sldId id="266" r:id="rId10"/>
    <p:sldId id="264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363F0-C958-497B-9189-CD7EE28553FF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B9736-84F2-417C-97B0-7208A7F17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71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2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9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677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58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807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72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477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89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92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88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343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96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1A859-F621-4718-A55C-EB09685C2052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F5BA3-E7EC-4A0E-AD2E-FF421755D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71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0764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Conditional Probability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572000"/>
            <a:ext cx="2884394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524000"/>
            <a:ext cx="4555252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61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kumimoji="0" 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rgbClr val="FFB310"/>
                </a:solidFill>
                <a:effectLst/>
                <a:uLnTx/>
                <a:uFillTx/>
                <a:latin typeface="Arial"/>
                <a:ea typeface="MS PGothic" pitchFamily="34" charset="-128"/>
                <a:sym typeface="Akzidenz-Grotesk Pro Bold" charset="0"/>
              </a:rPr>
              <a:t>Die Roll Example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3437681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114800"/>
            <a:ext cx="4914900" cy="215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576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Total Probability Theorem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81200"/>
            <a:ext cx="6000750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23" y="2967806"/>
            <a:ext cx="4191000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54" y="4328037"/>
            <a:ext cx="335280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06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Bayes’ Rule</a:t>
            </a:r>
            <a:endParaRPr lang="en-US" sz="3600" dirty="0"/>
          </a:p>
        </p:txBody>
      </p:sp>
      <p:sp>
        <p:nvSpPr>
          <p:cNvPr id="3" name="TextBox 2"/>
          <p:cNvSpPr txBox="1"/>
          <p:nvPr/>
        </p:nvSpPr>
        <p:spPr>
          <a:xfrm>
            <a:off x="685800" y="1905000"/>
            <a:ext cx="6428363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Systematic approach for incorporating new evidence</a:t>
            </a:r>
          </a:p>
          <a:p>
            <a:pPr marL="285750" indent="-285750">
              <a:lnSpc>
                <a:spcPct val="150000"/>
              </a:lnSpc>
              <a:buSzPct val="150000"/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Thomas Bayes (1701-1761)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587" y="3733800"/>
            <a:ext cx="5405582" cy="1947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4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Bayes’ Rule </a:t>
            </a:r>
            <a:r>
              <a:rPr lang="en-US" sz="3600" kern="0" dirty="0" err="1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Cont</a:t>
            </a:r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’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" y="1524000"/>
            <a:ext cx="3476625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943350"/>
            <a:ext cx="47625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46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Models Based on Cond. Prob.</a:t>
            </a:r>
            <a:endParaRPr lang="en-US" sz="3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5715000" cy="1184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3048000"/>
            <a:ext cx="3207377" cy="322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694367"/>
            <a:ext cx="1604395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50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01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Sequence of Coin Tosses</a:t>
            </a:r>
            <a:endParaRPr lang="en-US" sz="3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7" y="1939636"/>
            <a:ext cx="38766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057400"/>
            <a:ext cx="3352800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429000"/>
            <a:ext cx="3676650" cy="218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56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7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Review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890" y="1892710"/>
            <a:ext cx="5938838" cy="4547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8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36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76</Words>
  <Application>Microsoft Office PowerPoint</Application>
  <PresentationFormat>On-screen Show (4:3)</PresentationFormat>
  <Paragraphs>24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MS PGothic</vt:lpstr>
      <vt:lpstr>Akzidenz-Grotesk Pro Bold</vt:lpstr>
      <vt:lpstr>Arial</vt:lpstr>
      <vt:lpstr>Calibri</vt:lpstr>
      <vt:lpstr>Office Theme</vt:lpstr>
      <vt:lpstr>Conditional Probability</vt:lpstr>
      <vt:lpstr>Die Roll Example</vt:lpstr>
      <vt:lpstr>Total Probability Theorem</vt:lpstr>
      <vt:lpstr>Bayes’ Rule</vt:lpstr>
      <vt:lpstr>Bayes’ Rule Cont’</vt:lpstr>
      <vt:lpstr>Models Based on Cond. Prob.</vt:lpstr>
      <vt:lpstr>PowerPoint Presentation</vt:lpstr>
      <vt:lpstr>Sequence of Coin Tosses</vt:lpstr>
      <vt:lpstr>PowerPoint Presentation</vt:lpstr>
      <vt:lpstr>Review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Conditional Probability</dc:title>
  <dc:creator>Cihan Tepedelenlioglu</dc:creator>
  <cp:lastModifiedBy>Abhilash Sureshbabu</cp:lastModifiedBy>
  <cp:revision>3</cp:revision>
  <dcterms:created xsi:type="dcterms:W3CDTF">2015-06-06T00:23:31Z</dcterms:created>
  <dcterms:modified xsi:type="dcterms:W3CDTF">2016-02-19T00:04:52Z</dcterms:modified>
</cp:coreProperties>
</file>