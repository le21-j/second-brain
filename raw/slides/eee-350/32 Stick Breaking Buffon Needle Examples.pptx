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0"/>
  </p:notesMasterIdLst>
  <p:sldIdLst>
    <p:sldId id="261" r:id="rId4"/>
    <p:sldId id="262" r:id="rId5"/>
    <p:sldId id="263" r:id="rId6"/>
    <p:sldId id="259" r:id="rId7"/>
    <p:sldId id="260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7BBA4-02AF-4668-A5F4-F3B54A35E41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26FBA-A381-49A7-955D-5B85C3DA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95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9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7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8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0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1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7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7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1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49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158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914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70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417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16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611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090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582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3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383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415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287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256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9675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2322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700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115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9290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6418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17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9795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7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8FC0C-C692-4C7D-81A9-49EB4104C14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72F02-9C44-4F6A-B2AA-77E9A1C1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8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7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17C34-7A12-4AE3-86F0-349243B34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E876E-A59F-4FD2-AC47-FD23AE9C93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3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8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7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6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14.png"/><Relationship Id="rId5" Type="http://schemas.openxmlformats.org/officeDocument/2006/relationships/tags" Target="../tags/tag19.xml"/><Relationship Id="rId10" Type="http://schemas.openxmlformats.org/officeDocument/2006/relationships/image" Target="../media/image13.png"/><Relationship Id="rId4" Type="http://schemas.openxmlformats.org/officeDocument/2006/relationships/tags" Target="../tags/tag18.xml"/><Relationship Id="rId9" Type="http://schemas.openxmlformats.org/officeDocument/2006/relationships/image" Target="../media/image12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24.xml"/><Relationship Id="rId7" Type="http://schemas.openxmlformats.org/officeDocument/2006/relationships/image" Target="../media/image17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Stick Breaking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9"/>
            <a:ext cx="7886700" cy="4779891"/>
          </a:xfrm>
        </p:spPr>
        <p:txBody>
          <a:bodyPr/>
          <a:lstStyle/>
          <a:p>
            <a:r>
              <a:rPr lang="en-US" dirty="0" smtClean="0"/>
              <a:t>Break a stick of length    twice: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break at      ,</a:t>
            </a:r>
          </a:p>
          <a:p>
            <a:pPr marL="0" indent="0">
              <a:buNone/>
            </a:pPr>
            <a:r>
              <a:rPr lang="en-US" dirty="0" smtClean="0"/>
              <a:t>   break again at     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What is the PDF of      and its expectation?</a:t>
            </a:r>
          </a:p>
          <a:p>
            <a:r>
              <a:rPr lang="en-US" dirty="0" smtClean="0"/>
              <a:t>Example in conditional probability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486" y="1898615"/>
            <a:ext cx="49378" cy="2139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497" y="2348879"/>
            <a:ext cx="1095907" cy="3017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512" y="2827859"/>
            <a:ext cx="167336" cy="2066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3" y="2389421"/>
            <a:ext cx="189281" cy="2066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829" y="2809332"/>
            <a:ext cx="1204263" cy="301751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V="1">
            <a:off x="992875" y="3466537"/>
            <a:ext cx="0" cy="1569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92875" y="4599296"/>
            <a:ext cx="16526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992879" y="5036024"/>
            <a:ext cx="2222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645542" y="4599296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047962" y="5036024"/>
            <a:ext cx="17966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047959" y="3466537"/>
            <a:ext cx="0" cy="1569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047959" y="4012442"/>
            <a:ext cx="7833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821077" y="3998794"/>
            <a:ext cx="10235" cy="1037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904" y="5170962"/>
            <a:ext cx="115215" cy="13716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938" y="5170971"/>
            <a:ext cx="106985" cy="19568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184" y="3815000"/>
            <a:ext cx="104242" cy="3675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074" y="5124734"/>
            <a:ext cx="115215" cy="13716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6" y="4415510"/>
            <a:ext cx="91898" cy="36758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875" y="5169508"/>
            <a:ext cx="49378" cy="21397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12" y="3264514"/>
            <a:ext cx="559613" cy="30358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496" y="3257769"/>
            <a:ext cx="1068476" cy="33649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884" y="5556119"/>
            <a:ext cx="167336" cy="20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9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Stick Breaking </a:t>
            </a:r>
            <a:r>
              <a:rPr lang="en-US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26118"/>
            <a:ext cx="4944618" cy="331282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2230475"/>
            <a:ext cx="2702052" cy="22430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4772113"/>
            <a:ext cx="2713025" cy="1476288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5444197" y="5613009"/>
            <a:ext cx="16670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5444198" y="3629465"/>
            <a:ext cx="10551" cy="198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/>
          <p:cNvSpPr/>
          <p:nvPr/>
        </p:nvSpPr>
        <p:spPr>
          <a:xfrm rot="16200000">
            <a:off x="5328140" y="4600135"/>
            <a:ext cx="1139481" cy="88626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740" y="5747946"/>
            <a:ext cx="115214" cy="13716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709" y="3785692"/>
            <a:ext cx="106985" cy="19568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406" y="4473526"/>
            <a:ext cx="49378" cy="21397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636" y="5709541"/>
            <a:ext cx="49378" cy="21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3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7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Buffon’s Needle</a:t>
            </a:r>
            <a:endParaRPr lang="en-US" sz="3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2" y="1752601"/>
            <a:ext cx="50958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1600200" y="3200400"/>
            <a:ext cx="266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676400" y="4572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267200" y="32004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267200" y="4114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0" y="3797046"/>
            <a:ext cx="121920" cy="178308"/>
          </a:xfrm>
          <a:prstGeom prst="rect">
            <a:avLst/>
          </a:prstGeom>
        </p:spPr>
      </p:pic>
      <p:sp>
        <p:nvSpPr>
          <p:cNvPr id="17" name="Arc 16"/>
          <p:cNvSpPr/>
          <p:nvPr/>
        </p:nvSpPr>
        <p:spPr>
          <a:xfrm>
            <a:off x="3005427" y="3011054"/>
            <a:ext cx="347663" cy="379846"/>
          </a:xfrm>
          <a:prstGeom prst="arc">
            <a:avLst>
              <a:gd name="adj1" fmla="val 18938339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295400" y="2667000"/>
            <a:ext cx="2819400" cy="144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705100" y="3200985"/>
            <a:ext cx="0" cy="189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37" y="3263908"/>
            <a:ext cx="233680" cy="19134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999370"/>
            <a:ext cx="106680" cy="179832"/>
          </a:xfrm>
          <a:prstGeom prst="rect">
            <a:avLst/>
          </a:prstGeom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42" y="5197764"/>
            <a:ext cx="53457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4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Buffon’s Needle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4730496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7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27"/>
  <p:tag name="LATEXADDIN" val="\documentclass{article}&#10;\usepackage{amsmath}&#10;\pagestyle{empty}&#10;\begin{document}&#10;&#10;$l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599.25"/>
  <p:tag name="LATEXADDIN" val="\documentclass{article}&#10;\usepackage{amsmath}&#10;\pagestyle{empty}&#10;\begin{document}&#10;&#10;$X \sim \mathcal{U}\left[0,l\right]$&#10;\end{document}"/>
  <p:tag name="IGUANATEXSIZE" val="24"/>
  <p:tag name="IGUANATEXCURSOR" val="109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91.5"/>
  <p:tag name="LATEXADDIN" val="\documentclass{article}&#10;\usepackage{amsmath}&#10;\usepackage{color}&#10;\pagestyle{empty}&#10;\definecolor{pastelorange}{rgb}{1.0, 0.7, 0.28}&#10;\begin{document}&#10;&#10;$Y$&#10;\end{document}"/>
  <p:tag name="IGUANATEXSIZE" val="24"/>
  <p:tag name="IGUANATEXCURSOR" val="151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usepackage{color}&#10;\pagestyle{empty}&#10;\definecolor{pastelorange}{rgb}{1.0, 0.7, 0.28}&#10;\begin{document}&#10;&#10;$X$&#10;\end{document}"/>
  <p:tag name="IGUANATEXSIZE" val="24"/>
  <p:tag name="IGUANATEXCURSOR" val="150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658.5"/>
  <p:tag name="LATEXADDIN" val="\documentclass{article}&#10;\usepackage{amsmath}&#10;\pagestyle{empty}&#10;\begin{document}&#10;&#10;$Y \sim \mathcal{U}\left[0,X\right]$&#10;\end{document}"/>
  <p:tag name="IGUANATEXSIZE" val="24"/>
  <p:tag name="IGUANATEXCURSOR" val="109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63"/>
  <p:tag name="LATEXADDIN" val="\documentclass{article}&#10;\usepackage{amsmath}&#10;\usepackage{color}&#10;\pagestyle{empty}&#10;\definecolor{pastelorange}{rgb}{1.0, 0.7, 0.28}&#10;\begin{document}&#10;&#10;$x$&#10;\end{document}"/>
  <p:tag name="IGUANATEXSIZE" val="24"/>
  <p:tag name="IGUANATEXCURSOR" val="150"/>
  <p:tag name="TRANSPARENCY" val="True"/>
  <p:tag name="FILENAME" val=""/>
  <p:tag name="INPUTTYPE" val="0"/>
  <p:tag name="LATEXENGINEID" val="0"/>
  <p:tag name="TEMPFOLDER" val="C:\Users\Abhilash S\Documents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.25"/>
  <p:tag name="ORIGINALWIDTH" val="58.5"/>
  <p:tag name="LATEXADDIN" val="\documentclass{article}&#10;\usepackage{amsmath}&#10;\usepackage{color}&#10;\pagestyle{empty}&#10;\definecolor{pastelorange}{rgb}{1.0, 0.7, 0.28}&#10;\begin{document}&#10;&#10;$y$&#10;\end{document}"/>
  <p:tag name="IGUANATEXSIZE" val="24"/>
  <p:tag name="IGUANATEXCURSOR" val="150"/>
  <p:tag name="TRANSPARENCY" val="True"/>
  <p:tag name="FILENAME" val=""/>
  <p:tag name="INPUTTYPE" val="0"/>
  <p:tag name="LATEXENGINEID" val="0"/>
  <p:tag name="TEMPFOLDER" val="C:\Users\Abhilash S\Documents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.75"/>
  <p:tag name="ORIGINALWIDTH" val="57"/>
  <p:tag name="LATEXADDIN" val="\documentclass{article}&#10;\usepackage{amsmath}&#10;\usepackage{color}&#10;\pagestyle{empty}&#10;\definecolor{pastelorange}{rgb}{1.0, 0.7, 0.28}&#10;\begin{document}&#10;&#10;$\frac{1}{x}$&#10;\end{document}"/>
  <p:tag name="IGUANATEXSIZE" val="24"/>
  <p:tag name="IGUANATEXCURSOR" val="159"/>
  <p:tag name="TRANSPARENCY" val="True"/>
  <p:tag name="FILENAME" val=""/>
  <p:tag name="INPUTTYPE" val="0"/>
  <p:tag name="LATEXENGINEID" val="0"/>
  <p:tag name="TEMPFOLDER" val="C:\Users\Abhilash S\Documents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63"/>
  <p:tag name="LATEXADDIN" val="\documentclass{article}&#10;\usepackage{amsmath}&#10;\usepackage{color}&#10;\pagestyle{empty}&#10;\definecolor{pastelorange}{rgb}{1.0, 0.7, 0.28}&#10;\begin{document}&#10;&#10;$x$&#10;\end{document}"/>
  <p:tag name="IGUANATEXSIZE" val="24"/>
  <p:tag name="IGUANATEXCURSOR" val="150"/>
  <p:tag name="TRANSPARENCY" val="True"/>
  <p:tag name="FILENAME" val=""/>
  <p:tag name="INPUTTYPE" val="0"/>
  <p:tag name="LATEXENGINEID" val="0"/>
  <p:tag name="TEMPFOLDER" val="C:\Users\Abhilash S\Documents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.75"/>
  <p:tag name="ORIGINALWIDTH" val="50.25"/>
  <p:tag name="LATEXADDIN" val="\documentclass{article}&#10;\usepackage{amsmath}&#10;\usepackage{color}&#10;\pagestyle{empty}&#10;\definecolor{pastelorange}{rgb}{1.0, 0.7, 0.28}&#10;\begin{document}&#10;&#10;$\frac{1}{l}$&#10;\end{document}"/>
  <p:tag name="IGUANATEXSIZE" val="24"/>
  <p:tag name="IGUANATEXCURSOR" val="160"/>
  <p:tag name="TRANSPARENCY" val="True"/>
  <p:tag name="FILENAME" val=""/>
  <p:tag name="INPUTTYPE" val="0"/>
  <p:tag name="LATEXENGINEID" val="0"/>
  <p:tag name="TEMPFOLDER" val="C:\Users\Abhilash S\Documents\te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27"/>
  <p:tag name="LATEXADDIN" val="\documentclass{article}&#10;\usepackage{amsmath}&#10;\usepackage{color}&#10;\pagestyle{empty}&#10;\definecolor{pastelorange}{rgb}{1.0, 0.7, 0.28}&#10;\begin{document}&#10;&#10;$l$&#10;\end{document}"/>
  <p:tag name="IGUANATEXSIZE" val="24"/>
  <p:tag name="IGUANATEXCURSOR" val="150"/>
  <p:tag name="TRANSPARENCY" val="True"/>
  <p:tag name="FILENAME" val=""/>
  <p:tag name="INPUTTYPE" val="0"/>
  <p:tag name="LATEXENGINEID" val="0"/>
  <p:tag name="TEMPFOLDER" val="C:\Users\Abhilash S\Documents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06"/>
  <p:tag name="LATEXADDIN" val="\documentclass{article}&#10;\usepackage{amsmath}&#10;\usepackage{color}&#10;\pagestyle{empty}&#10;\definecolor{pastelorange}{rgb}{1.0, 0.7, 0.28}&#10;\begin{document}&#10;&#10;$f_X(x)$&#10;\end{document}"/>
  <p:tag name="IGUANATEXSIZE" val="24"/>
  <p:tag name="IGUANATEXCURSOR" val="155"/>
  <p:tag name="TRANSPARENCY" val="True"/>
  <p:tag name="FILENAME" val=""/>
  <p:tag name="INPUTTYPE" val="0"/>
  <p:tag name="LATEXENGINEID" val="0"/>
  <p:tag name="TEMPFOLDER" val="C:\Users\Abhilash S\Documents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584.25"/>
  <p:tag name="LATEXADDIN" val="\documentclass{article}&#10;\usepackage{amsmath}&#10;\usepackage{color}&#10;\pagestyle{empty}&#10;\definecolor{pastelorange}{rgb}{1.0, 0.7, 0.28}&#10;\begin{document}&#10;&#10;$f_{Y \mid X}(y \mid x)$&#10;\end{document}"/>
  <p:tag name="IGUANATEXSIZE" val="24"/>
  <p:tag name="IGUANATEXCURSOR" val="169"/>
  <p:tag name="TRANSPARENCY" val="True"/>
  <p:tag name="FILENAME" val=""/>
  <p:tag name="INPUTTYPE" val="0"/>
  <p:tag name="LATEXENGINEID" val="0"/>
  <p:tag name="TEMPFOLDER" val="C:\Users\Abhilash S\Documents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91.5"/>
  <p:tag name="LATEXADDIN" val="\documentclass{article}&#10;\usepackage{amsmath}&#10;\usepackage{color}&#10;\pagestyle{empty}&#10;\definecolor{pastelorange}{rgb}{1.0, 0.7, 0.28}&#10;\begin{document}&#10;&#10;$Y$&#10;\end{document}"/>
  <p:tag name="IGUANATEXSIZE" val="24"/>
  <p:tag name="IGUANATEXCURSOR" val="151"/>
  <p:tag name="TRANSPARENCY" val="True"/>
  <p:tag name="FILENAME" val=""/>
  <p:tag name="INPUTTYPE" val="0"/>
  <p:tag name="LATEXENGINEID" val="0"/>
  <p:tag name="TEMPFOLDER" val="C:\Users\Abhilash S\Documents\te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1.5"/>
  <p:tag name="ORIGINALWIDTH" val="2703.75"/>
  <p:tag name="LATEXADDIN" val="\documentclass{article}&#10;\usepackage{amsmath}&#10;\usepackage{color}&#10;\pagestyle{empty}&#10;\definecolor{pastelorange}{rgb}{1.0, 0.7, 0.28}&#10;\begin{document}&#10;&#10;$f_{X,Y}(x,y)=f_X(x)f_{Y \mid X}(y \mid x)=\frac{1}{lx}, 0 \le y \le x \le l$&#10;\end{document}"/>
  <p:tag name="IGUANATEXSIZE" val="24"/>
  <p:tag name="IGUANATEXCURSOR" val="240"/>
  <p:tag name="TRANSPARENCY" val="True"/>
  <p:tag name="FILENAME" val=""/>
  <p:tag name="INPUTTYPE" val="0"/>
  <p:tag name="LATEXENGINEID" val="0"/>
  <p:tag name="TEMPFOLDER" val="C:\Users\Abhilash S\Documents\te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87"/>
  <p:tag name="ORIGINALWIDTH" val="1477.5"/>
  <p:tag name="LATEXADDIN" val="\documentclass{article}&#10;\usepackage{amsmath}&#10;\pagestyle{empty}&#10;\begin{document}&#10;&#10;&#10;$\begin{aligned}&#10;               f_Y(y)&amp;=\int f_{X,Y}(x,y)\,dx \\&#10;                     &amp;=\int_{y}^{l} \frac{1}{lx} \,dx \\&#10;                     &amp;=\frac{1}{l} \log \frac{l}{y} \hspace{2mm},0 \le y \le l&#10;  \end{aligned}$&#10;&#10;&#10;&#10;\end{document}"/>
  <p:tag name="IGUANATEXSIZE" val="24"/>
  <p:tag name="IGUANATEXCURSOR" val="268"/>
  <p:tag name="TRANSPARENCY" val="True"/>
  <p:tag name="FILENAME" val=""/>
  <p:tag name="INPUTTYPE" val="0"/>
  <p:tag name="LATEXENGINEID" val="0"/>
  <p:tag name="TEMPFOLDER" val="C:\Users\Abhilash S\Documents\te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76.5"/>
  <p:tag name="ORIGINALWIDTH" val="1483.5"/>
  <p:tag name="LATEXADDIN" val="\documentclass{article}&#10;\usepackage{amsmath}&#10;\pagestyle{empty}&#10;\begin{document}&#10;&#10;&#10;$\begin{aligned}&#10;               E\left[Y\right]&amp;=\int_{0}^{l}y f_Y(y)\,dy \\&#10;                     &amp;=\int_{0}^{l} y \frac{1}{l} \log \frac{l}{y} \,dy =\frac{l}{4}     &#10;  \end{aligned}$&#10;&#10;&#10;&#10;\end{document}"/>
  <p:tag name="IGUANATEXSIZE" val="24"/>
  <p:tag name="IGUANATEXCURSOR" val="283"/>
  <p:tag name="TRANSPARENCY" val="True"/>
  <p:tag name="FILENAME" val=""/>
  <p:tag name="INPUTTYPE" val="0"/>
  <p:tag name="LATEXENGINEID" val="0"/>
  <p:tag name="TEMPFOLDER" val="C:\Users\Abhilash S\Documents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63"/>
  <p:tag name="LATEXADDIN" val="\documentclass{article}&#10;\usepackage{amsmath}&#10;\pagestyle{empty}&#10;\begin{document}&#10;&#10;&#10;$x$&#10;&#10;&#10;&#10;\end{document}"/>
  <p:tag name="IGUANATEXSIZE" val="24"/>
  <p:tag name="IGUANATEXCURSOR" val="85"/>
  <p:tag name="TRANSPARENCY" val="True"/>
  <p:tag name="FILENAME" val=""/>
  <p:tag name="INPUTTYPE" val="0"/>
  <p:tag name="LATEXENGINEID" val="0"/>
  <p:tag name="TEMPFOLDER" val="C:\Users\Abhilash S\Documents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.25"/>
  <p:tag name="ORIGINALWIDTH" val="58.5"/>
  <p:tag name="LATEXADDIN" val="\documentclass{article}&#10;\usepackage{amsmath}&#10;\pagestyle{empty}&#10;\begin{document}&#10;&#10;&#10;$y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27"/>
  <p:tag name="LATEXADDIN" val="\documentclass{article}&#10;\usepackage{amsmath}&#10;\pagestyle{empty}&#10;\begin{document}&#10;&#10;&#10;$l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27"/>
  <p:tag name="LATEXADDIN" val="\documentclass{article}&#10;\usepackage{amsmath}&#10;\pagestyle{empty}&#10;\begin{document}&#10;&#10;&#10;$l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60"/>
  <p:tag name="LATEXADDIN" val="\documentclass{article}&#10;\usepackage{amsmath}&#10;\pagestyle{empty}&#10;\begin{document}&#10;$d$&#10;\end{document}"/>
  <p:tag name="IGUANATEXSIZE" val="20"/>
  <p:tag name="IGUANATEXCURSOR" val="8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$X$&#10;\end{document}"/>
  <p:tag name="IGUANATEXSIZE" val="20"/>
  <p:tag name="IGUANATEXCURSOR" val="8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52.5"/>
  <p:tag name="LATEXADDIN" val="\documentclass{article}&#10;\usepackage{amsmath}&#10;\pagestyle{empty}&#10;\begin{document}&#10;$\theta$&#10;\end{document}"/>
  <p:tag name="IGUANATEXSIZE" val="20"/>
  <p:tag name="IGUANATEXCURSOR" val="8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72</Words>
  <Application>Microsoft Office PowerPoint</Application>
  <PresentationFormat>On-screen Show (4:3)</PresentationFormat>
  <Paragraphs>22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Office Theme</vt:lpstr>
      <vt:lpstr>1_Office Theme</vt:lpstr>
      <vt:lpstr>2_Office Theme</vt:lpstr>
      <vt:lpstr>Stick Breaking</vt:lpstr>
      <vt:lpstr>Stick Breaking Cont’</vt:lpstr>
      <vt:lpstr>PowerPoint Presentation</vt:lpstr>
      <vt:lpstr>Buffon’s Needle</vt:lpstr>
      <vt:lpstr>Buffon’s Needle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6</cp:revision>
  <dcterms:created xsi:type="dcterms:W3CDTF">2015-06-06T00:44:20Z</dcterms:created>
  <dcterms:modified xsi:type="dcterms:W3CDTF">2016-02-19T00:20:27Z</dcterms:modified>
</cp:coreProperties>
</file>