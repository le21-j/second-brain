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2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E905C-AFF8-41D1-B366-5DA74F49447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D6121-6EC3-4C2D-B50D-4B309A248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10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4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4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09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9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5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3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4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8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6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3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A1C7C-F010-460C-B463-2C3BE05452F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64EA4-F288-4F39-B435-FA89FDBC1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1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Practical Example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826548"/>
            <a:ext cx="78440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How to generate a RV with desired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smtClean="0"/>
              <a:t>U</a:t>
            </a:r>
            <a:r>
              <a:rPr lang="en-US" sz="2000" dirty="0" smtClean="0"/>
              <a:t> is uniform over [0,1], how do we turn it into an exponential RV?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38223"/>
            <a:ext cx="11715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7" y="3276600"/>
            <a:ext cx="34766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513" y="4912539"/>
            <a:ext cx="24955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4" y="4912539"/>
            <a:ext cx="5619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544" y="5003026"/>
            <a:ext cx="4000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060" y="5019674"/>
            <a:ext cx="4572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90600" y="5523390"/>
            <a:ext cx="8118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Can transform a uniform RV into </a:t>
            </a:r>
            <a:r>
              <a:rPr lang="en-US" sz="2000" i="1" u="sng" dirty="0" smtClean="0"/>
              <a:t>any</a:t>
            </a:r>
            <a:r>
              <a:rPr lang="en-US" sz="2000" dirty="0" smtClean="0"/>
              <a:t> distribution using inverse CDF!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1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0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819922"/>
            <a:ext cx="524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Ratio of two independent exponential RVs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38400"/>
            <a:ext cx="53530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942735"/>
            <a:ext cx="35528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5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23488" y="1807632"/>
            <a:ext cx="524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Ratio of two independent exponential RVs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14600"/>
            <a:ext cx="40481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743" y="3429000"/>
            <a:ext cx="4543425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4" y="2869176"/>
            <a:ext cx="287655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819922"/>
            <a:ext cx="524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Ratio of two independent exponential RVs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14599"/>
            <a:ext cx="445770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218" y="3962400"/>
            <a:ext cx="45339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4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Product of Two RVs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800584"/>
            <a:ext cx="2661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Product of two RVs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46960"/>
            <a:ext cx="49815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950" y="1805664"/>
            <a:ext cx="12477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886200"/>
            <a:ext cx="32766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367212"/>
            <a:ext cx="3305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2" y="5305425"/>
            <a:ext cx="34099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939" y="1398879"/>
            <a:ext cx="2884061" cy="2756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25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</Words>
  <Application>Microsoft Office PowerPoint</Application>
  <PresentationFormat>On-screen Show (4:3)</PresentationFormat>
  <Paragraphs>23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MS PGothic</vt:lpstr>
      <vt:lpstr>Akzidenz-Grotesk Pro Bold</vt:lpstr>
      <vt:lpstr>Arial</vt:lpstr>
      <vt:lpstr>Calibri</vt:lpstr>
      <vt:lpstr>Office Theme</vt:lpstr>
      <vt:lpstr>Practical Example</vt:lpstr>
      <vt:lpstr>PowerPoint Presentation</vt:lpstr>
      <vt:lpstr>Example</vt:lpstr>
      <vt:lpstr>Solution</vt:lpstr>
      <vt:lpstr>Solution Cont’</vt:lpstr>
      <vt:lpstr>Example: Product of Two RVs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5</cp:revision>
  <dcterms:created xsi:type="dcterms:W3CDTF">2015-06-06T00:49:14Z</dcterms:created>
  <dcterms:modified xsi:type="dcterms:W3CDTF">2016-02-19T00:23:07Z</dcterms:modified>
</cp:coreProperties>
</file>