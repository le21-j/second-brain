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sldIdLst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0DF5A-1466-4AB7-8464-775EEA7F80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83AFA-9766-4FE4-89FD-28A96DB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1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137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65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063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19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97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8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855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180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32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72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224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823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526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694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503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3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306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802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968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221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7225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215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64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06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27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Components in Series and Parallel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3810000" cy="2490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272367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644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Example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7" y="1828800"/>
            <a:ext cx="901065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657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628650" y="381000"/>
            <a:ext cx="7886700" cy="132556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Solution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676400"/>
            <a:ext cx="912495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5800" y="5181600"/>
            <a:ext cx="6069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Fig. on the right simplifies the one on the left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14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628650" y="381000"/>
            <a:ext cx="7886700" cy="132556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Solution </a:t>
            </a:r>
            <a:r>
              <a:rPr lang="en-US" dirty="0" err="1" smtClean="0">
                <a:latin typeface="Arial"/>
                <a:cs typeface="Arial"/>
                <a:sym typeface="Akzidenz-Grotesk Pro Bold" charset="0"/>
              </a:rPr>
              <a:t>Cont</a:t>
            </a: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’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676400"/>
            <a:ext cx="912495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876800"/>
            <a:ext cx="46577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638800"/>
            <a:ext cx="38766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630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Example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905000"/>
            <a:ext cx="89249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34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Example Part a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65532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54400"/>
            <a:ext cx="84486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732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Example Part b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47825"/>
            <a:ext cx="83439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90800"/>
            <a:ext cx="8058150" cy="3225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107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Example Part c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55" y="1943100"/>
            <a:ext cx="88773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3352800"/>
            <a:ext cx="7596187" cy="323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72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Example Part d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05" y="1752600"/>
            <a:ext cx="89630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54" y="3276600"/>
            <a:ext cx="846772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610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Example Part d </a:t>
            </a:r>
            <a:r>
              <a:rPr lang="en-US" dirty="0" err="1" smtClean="0">
                <a:latin typeface="Arial"/>
                <a:cs typeface="Arial"/>
                <a:sym typeface="Akzidenz-Grotesk Pro Bold" charset="0"/>
              </a:rPr>
              <a:t>Cont</a:t>
            </a:r>
            <a:r>
              <a:rPr lang="en-US" dirty="0" smtClean="0">
                <a:latin typeface="Arial"/>
                <a:cs typeface="Arial"/>
                <a:sym typeface="Akzidenz-Grotesk Pro Bold" charset="0"/>
              </a:rPr>
              <a:t>’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828800"/>
            <a:ext cx="855345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148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Power Point Lecture Slides for the Textbook </a:t>
            </a:r>
            <a:r>
              <a:rPr lang="en-US" sz="2000" dirty="0" smtClean="0">
                <a:solidFill>
                  <a:prstClr val="black"/>
                </a:solidFill>
              </a:rPr>
              <a:t>http</a:t>
            </a:r>
            <a:r>
              <a:rPr lang="en-US" sz="2000" dirty="0">
                <a:solidFill>
                  <a:prstClr val="black"/>
                </a:solidFill>
              </a:rPr>
              <a:t>://</a:t>
            </a:r>
            <a:r>
              <a:rPr lang="en-US" sz="2000" dirty="0" smtClean="0">
                <a:solidFill>
                  <a:prstClr val="black"/>
                </a:solidFill>
              </a:rPr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John </a:t>
            </a:r>
            <a:r>
              <a:rPr lang="en-US" sz="2000" dirty="0" err="1">
                <a:solidFill>
                  <a:prstClr val="black"/>
                </a:solidFill>
              </a:rPr>
              <a:t>Tsitsiklis</a:t>
            </a:r>
            <a:r>
              <a:rPr lang="en-US" sz="2000" dirty="0">
                <a:solidFill>
                  <a:prstClr val="black"/>
                </a:solidFill>
              </a:rPr>
              <a:t>. </a:t>
            </a:r>
            <a:r>
              <a:rPr lang="en-US" sz="2000" i="1" dirty="0">
                <a:solidFill>
                  <a:prstClr val="black"/>
                </a:solidFill>
              </a:rPr>
              <a:t>6.041 Probabilistic Systems Analysis and Applied Probability, Fall 2010</a:t>
            </a:r>
            <a:r>
              <a:rPr lang="en-US" sz="2000" dirty="0">
                <a:solidFill>
                  <a:prstClr val="black"/>
                </a:solidFill>
              </a:rPr>
              <a:t>. (Massachusetts Institute of Technology: </a:t>
            </a:r>
            <a:r>
              <a:rPr lang="en-US" sz="2000" dirty="0" smtClean="0">
                <a:solidFill>
                  <a:prstClr val="black"/>
                </a:solidFill>
              </a:rPr>
              <a:t>MIT </a:t>
            </a:r>
            <a:r>
              <a:rPr lang="en-US" sz="2000" dirty="0" err="1" smtClean="0">
                <a:solidFill>
                  <a:prstClr val="black"/>
                </a:solidFill>
              </a:rPr>
              <a:t>OpenCourseWare</a:t>
            </a:r>
            <a:r>
              <a:rPr lang="en-US" sz="2000" dirty="0">
                <a:solidFill>
                  <a:prstClr val="black"/>
                </a:solidFill>
              </a:rPr>
              <a:t>),</a:t>
            </a:r>
            <a:r>
              <a:rPr lang="en-US" sz="2000" dirty="0">
                <a:solidFill>
                  <a:prstClr val="black"/>
                </a:solidFill>
                <a:hlinkClick r:id="rId3"/>
              </a:rPr>
              <a:t>http://ocw.mit.edu</a:t>
            </a:r>
            <a:r>
              <a:rPr lang="en-US" sz="2000" dirty="0">
                <a:solidFill>
                  <a:prstClr val="black"/>
                </a:solidFill>
              </a:rPr>
              <a:t> (Accessed 13 Apr, 2015). License: </a:t>
            </a:r>
            <a:r>
              <a:rPr lang="en-US" sz="2000" dirty="0">
                <a:solidFill>
                  <a:prstClr val="black"/>
                </a:solidFill>
                <a:hlinkClick r:id="rId4"/>
              </a:rPr>
              <a:t>Creative Commons </a:t>
            </a:r>
            <a:r>
              <a:rPr lang="en-US" sz="2000" dirty="0" smtClean="0">
                <a:solidFill>
                  <a:prstClr val="black"/>
                </a:solidFill>
                <a:hlinkClick r:id="rId4"/>
              </a:rPr>
              <a:t>BY-NC-SA</a:t>
            </a: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69</Words>
  <Application>Microsoft Office PowerPoint</Application>
  <PresentationFormat>On-screen Show (4:3)</PresentationFormat>
  <Paragraphs>17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Akzidenz-Grotesk Pro Bold</vt:lpstr>
      <vt:lpstr>Arial</vt:lpstr>
      <vt:lpstr>Calibri</vt:lpstr>
      <vt:lpstr>Calibri Light</vt:lpstr>
      <vt:lpstr>1_Office Theme</vt:lpstr>
      <vt:lpstr>Office Theme</vt:lpstr>
      <vt:lpstr>Components in Series and Parallel</vt:lpstr>
      <vt:lpstr>Example</vt:lpstr>
      <vt:lpstr>Solution</vt:lpstr>
      <vt:lpstr>Solution Cont’</vt:lpstr>
      <vt:lpstr>Example</vt:lpstr>
      <vt:lpstr>Example Part a</vt:lpstr>
      <vt:lpstr>Example Part b</vt:lpstr>
      <vt:lpstr>Example Part c</vt:lpstr>
      <vt:lpstr>Example Part d</vt:lpstr>
      <vt:lpstr>Example Part d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Partitions</dc:title>
  <dc:creator>Cihan Tepedelenlioglu</dc:creator>
  <cp:lastModifiedBy>Abhilash Sureshbabu</cp:lastModifiedBy>
  <cp:revision>7</cp:revision>
  <dcterms:created xsi:type="dcterms:W3CDTF">2015-06-06T00:26:37Z</dcterms:created>
  <dcterms:modified xsi:type="dcterms:W3CDTF">2016-02-19T00:08:50Z</dcterms:modified>
</cp:coreProperties>
</file>