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2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DFD9F-82F9-40B4-899A-170B7E2BD9B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E5FEB-9DAE-4FE4-A8D9-6695C8E29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48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98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A1AEE-A8EF-4D7C-9C37-1B6E4CDD707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D0EF-C6CB-4860-9A9D-118A3C949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2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A1AEE-A8EF-4D7C-9C37-1B6E4CDD707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D0EF-C6CB-4860-9A9D-118A3C949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12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A1AEE-A8EF-4D7C-9C37-1B6E4CDD707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D0EF-C6CB-4860-9A9D-118A3C949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37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A1AEE-A8EF-4D7C-9C37-1B6E4CDD707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D0EF-C6CB-4860-9A9D-118A3C949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23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A1AEE-A8EF-4D7C-9C37-1B6E4CDD707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D0EF-C6CB-4860-9A9D-118A3C949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4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A1AEE-A8EF-4D7C-9C37-1B6E4CDD707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D0EF-C6CB-4860-9A9D-118A3C949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6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A1AEE-A8EF-4D7C-9C37-1B6E4CDD707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D0EF-C6CB-4860-9A9D-118A3C949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86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A1AEE-A8EF-4D7C-9C37-1B6E4CDD707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D0EF-C6CB-4860-9A9D-118A3C949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15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A1AEE-A8EF-4D7C-9C37-1B6E4CDD707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D0EF-C6CB-4860-9A9D-118A3C949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59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A1AEE-A8EF-4D7C-9C37-1B6E4CDD707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D0EF-C6CB-4860-9A9D-118A3C949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1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A1AEE-A8EF-4D7C-9C37-1B6E4CDD707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D0EF-C6CB-4860-9A9D-118A3C949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36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A1AEE-A8EF-4D7C-9C37-1B6E4CDD707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AD0EF-C6CB-4860-9A9D-118A3C949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6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Cumulative Distribution Function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32363" y="2209800"/>
            <a:ext cx="65776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CDFs are defined for </a:t>
            </a:r>
            <a:r>
              <a:rPr lang="en-US" sz="2000" i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RV (continuous or discrete)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For continuous case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61" y="1539363"/>
            <a:ext cx="2667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361739"/>
            <a:ext cx="9239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3218864"/>
            <a:ext cx="22193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2363" y="4080387"/>
            <a:ext cx="224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For discrete case</a:t>
            </a:r>
            <a:endParaRPr lang="en-US" dirty="0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596888"/>
            <a:ext cx="43910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70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CDF Properties</a:t>
            </a:r>
            <a:endParaRPr lang="en-US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52600"/>
            <a:ext cx="2667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14400" y="3352800"/>
                <a:ext cx="68580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It is the probability of something, so between 0 and 1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Monotone non-decreasing function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−∞</m:t>
                        </m:r>
                      </m:e>
                    </m:d>
                    <m:r>
                      <a:rPr lang="en-US" sz="2000" b="0" i="0" smtClean="0">
                        <a:latin typeface="Cambria Math"/>
                        <a:cs typeface="Arial" panose="020B0604020202020204" pitchFamily="34" charset="0"/>
                      </a:rPr>
                      <m:t>=0; 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cs typeface="Arial" panose="020B0604020202020204" pitchFamily="34" charset="0"/>
                          </a:rPr>
                          <m:t>∞</m:t>
                        </m:r>
                      </m:e>
                    </m:d>
                    <m:r>
                      <a:rPr lang="en-US" sz="2000"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b="0" i="0" smtClean="0">
                        <a:latin typeface="Cambria Math"/>
                        <a:cs typeface="Arial" panose="020B0604020202020204" pitchFamily="34" charset="0"/>
                      </a:rPr>
                      <m:t>1</m:t>
                    </m:r>
                  </m:oMath>
                </a14:m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Defined both for continuous and discrete RVs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352800"/>
                <a:ext cx="6858000" cy="1938992"/>
              </a:xfrm>
              <a:prstGeom prst="rect">
                <a:avLst/>
              </a:prstGeom>
              <a:blipFill rotWithShape="1">
                <a:blip r:embed="rId3"/>
                <a:stretch>
                  <a:fillRect l="-711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51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0"/>
            <a:ext cx="6172200" cy="2419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94" y="4111374"/>
            <a:ext cx="657225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5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58704" y="1635760"/>
            <a:ext cx="48738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Consider a geometric RV </a:t>
            </a:r>
            <a:r>
              <a:rPr lang="en-US" sz="2000" i="1" dirty="0" smtClean="0"/>
              <a:t>Y </a:t>
            </a:r>
            <a:r>
              <a:rPr lang="en-US" sz="2000" dirty="0" smtClean="0"/>
              <a:t>with </a:t>
            </a:r>
            <a:r>
              <a:rPr lang="en-US" sz="2000" i="1" dirty="0" smtClean="0"/>
              <a:t>p=1/4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CDF of </a:t>
            </a:r>
            <a:r>
              <a:rPr lang="en-US" sz="2000" i="1" dirty="0" smtClean="0"/>
              <a:t>Y</a:t>
            </a:r>
            <a:r>
              <a:rPr lang="en-US" sz="2000" dirty="0" smtClean="0"/>
              <a:t> ?</a:t>
            </a:r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35" y="2438400"/>
            <a:ext cx="482917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35" y="3457574"/>
            <a:ext cx="41814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93106" y="4517365"/>
            <a:ext cx="1245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 smtClean="0"/>
              <a:t>Recall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760" y="4517365"/>
            <a:ext cx="33337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55" y="5206897"/>
            <a:ext cx="22764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16601" y="6019800"/>
            <a:ext cx="6287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Here </a:t>
            </a:r>
            <a:r>
              <a:rPr lang="en-US" sz="2000" i="1" dirty="0" smtClean="0"/>
              <a:t>n</a:t>
            </a:r>
            <a:r>
              <a:rPr lang="en-US" sz="2000" dirty="0" smtClean="0"/>
              <a:t> is an integer but CDF is piecewise constant</a:t>
            </a:r>
          </a:p>
        </p:txBody>
      </p:sp>
    </p:spTree>
    <p:extLst>
      <p:ext uri="{BB962C8B-B14F-4D97-AF65-F5344CB8AC3E}">
        <p14:creationId xmlns:p14="http://schemas.microsoft.com/office/powerpoint/2010/main" val="11936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1696720"/>
            <a:ext cx="3321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Consider a RV with CDF</a:t>
            </a:r>
            <a:endParaRPr lang="en-US" sz="2000" i="1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740" y="2362200"/>
            <a:ext cx="31146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286000"/>
            <a:ext cx="283845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827" y="4114800"/>
            <a:ext cx="443865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1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1732280"/>
            <a:ext cx="53465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Consider a RV with CDF below; find PDF</a:t>
            </a:r>
            <a:endParaRPr lang="en-US" sz="2000" i="1" dirty="0" smtClean="0">
              <a:solidFill>
                <a:prstClr val="black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20" y="2257802"/>
            <a:ext cx="306705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565" y="2276594"/>
            <a:ext cx="3971925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10" y="4724400"/>
            <a:ext cx="36766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457700"/>
            <a:ext cx="38481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7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75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112</Words>
  <Application>Microsoft Office PowerPoint</Application>
  <PresentationFormat>On-screen Show (4:3)</PresentationFormat>
  <Paragraphs>31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MS PGothic</vt:lpstr>
      <vt:lpstr>Akzidenz-Grotesk Pro Bold</vt:lpstr>
      <vt:lpstr>Arial</vt:lpstr>
      <vt:lpstr>Calibri</vt:lpstr>
      <vt:lpstr>Cambria Math</vt:lpstr>
      <vt:lpstr>Office Theme</vt:lpstr>
      <vt:lpstr>Cumulative Distribution Function</vt:lpstr>
      <vt:lpstr>CDF Properties</vt:lpstr>
      <vt:lpstr>Example</vt:lpstr>
      <vt:lpstr>Example</vt:lpstr>
      <vt:lpstr>Example</vt:lpstr>
      <vt:lpstr>Example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Cumulative Distribution Function</dc:title>
  <dc:creator>Cihan Tepedelenlioglu</dc:creator>
  <cp:lastModifiedBy>Abhilash Sureshbabu</cp:lastModifiedBy>
  <cp:revision>3</cp:revision>
  <dcterms:created xsi:type="dcterms:W3CDTF">2015-06-06T00:33:54Z</dcterms:created>
  <dcterms:modified xsi:type="dcterms:W3CDTF">2016-02-19T00:15:12Z</dcterms:modified>
</cp:coreProperties>
</file>