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970C69-AC58-4AAB-8ED5-1672CCD14318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544B48-A73F-42D7-90A8-1156ABC43A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130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821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24035-4A05-4FD1-8370-C747D243C3A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6565-8B35-47B6-AE08-73F52F8B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036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24035-4A05-4FD1-8370-C747D243C3A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6565-8B35-47B6-AE08-73F52F8B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35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24035-4A05-4FD1-8370-C747D243C3A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6565-8B35-47B6-AE08-73F52F8B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875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24035-4A05-4FD1-8370-C747D243C3A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6565-8B35-47B6-AE08-73F52F8B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86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24035-4A05-4FD1-8370-C747D243C3A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6565-8B35-47B6-AE08-73F52F8B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696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24035-4A05-4FD1-8370-C747D243C3A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6565-8B35-47B6-AE08-73F52F8B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355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24035-4A05-4FD1-8370-C747D243C3A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6565-8B35-47B6-AE08-73F52F8B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45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24035-4A05-4FD1-8370-C747D243C3A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6565-8B35-47B6-AE08-73F52F8B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682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24035-4A05-4FD1-8370-C747D243C3A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6565-8B35-47B6-AE08-73F52F8B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912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24035-4A05-4FD1-8370-C747D243C3A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6565-8B35-47B6-AE08-73F52F8B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250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24035-4A05-4FD1-8370-C747D243C3A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A6565-8B35-47B6-AE08-73F52F8B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166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424035-4A05-4FD1-8370-C747D243C3AE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A6565-8B35-47B6-AE08-73F52F8B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556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Conditioning PMF on Events</a:t>
            </a:r>
            <a:endParaRPr lang="en-US" sz="3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51703"/>
            <a:ext cx="3733800" cy="1170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2628900"/>
            <a:ext cx="3233057" cy="2057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810001"/>
            <a:ext cx="2868408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950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Total Expectation Theorem</a:t>
            </a:r>
            <a:endParaRPr lang="en-US" sz="36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43062"/>
            <a:ext cx="4636821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430563"/>
            <a:ext cx="3448050" cy="261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5022899"/>
            <a:ext cx="5715000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139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</a:t>
            </a:r>
            <a:endParaRPr lang="en-US" sz="3600" dirty="0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428" y="1844233"/>
            <a:ext cx="210312" cy="1722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752600"/>
            <a:ext cx="3512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     is geometrically distributed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634" y="2447815"/>
            <a:ext cx="3649786" cy="375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584" y="3220749"/>
            <a:ext cx="3717635" cy="722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689187"/>
            <a:ext cx="3240720" cy="5462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3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63677" y="5730433"/>
            <a:ext cx="6910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Compare with earlier derivation which required summation trick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116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4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639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4.75"/>
  <p:tag name="ORIGINALWIDTH" val="103.5"/>
  <p:tag name="LATEXADDIN" val="\documentclass{article}&#10;\usepackage{amsmath}&#10;\pagestyle{empty}&#10;\begin{document}&#10;$X$&#10;\end{document}"/>
  <p:tag name="IGUANATEXSIZE" val="20"/>
  <p:tag name="IGUANATEXCURSOR" val="8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</Words>
  <Application>Microsoft Office PowerPoint</Application>
  <PresentationFormat>On-screen Show (4:3)</PresentationFormat>
  <Paragraphs>14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MS PGothic</vt:lpstr>
      <vt:lpstr>Akzidenz-Grotesk Pro Bold</vt:lpstr>
      <vt:lpstr>Arial</vt:lpstr>
      <vt:lpstr>Calibri</vt:lpstr>
      <vt:lpstr>Office Theme</vt:lpstr>
      <vt:lpstr>Conditioning PMF on Events</vt:lpstr>
      <vt:lpstr>Total Expectation Theorem</vt:lpstr>
      <vt:lpstr>Example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Conditioning PMF on Events</dc:title>
  <dc:creator>Cihan Tepedelenlioglu</dc:creator>
  <cp:lastModifiedBy>Abhilash Sureshbabu</cp:lastModifiedBy>
  <cp:revision>2</cp:revision>
  <dcterms:created xsi:type="dcterms:W3CDTF">2015-06-06T00:31:38Z</dcterms:created>
  <dcterms:modified xsi:type="dcterms:W3CDTF">2016-02-19T00:13:44Z</dcterms:modified>
</cp:coreProperties>
</file>