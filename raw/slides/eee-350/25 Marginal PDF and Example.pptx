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4AF32-B267-4D13-A72C-AAA4A6F204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07428-A85A-43D3-BAB4-9CF4A5068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8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29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0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12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3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3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96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57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0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43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9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8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8B9D1-3B2F-435D-97A3-6910DFE393A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34334-5523-42DF-9B23-B0EE1F2CF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56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Marginal PDF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803400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Fact:</a:t>
            </a:r>
            <a:endParaRPr lang="en-US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63837"/>
            <a:ext cx="32385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40" y="3886200"/>
            <a:ext cx="3276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85812" y="5232400"/>
            <a:ext cx="5850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The PDFs of </a:t>
            </a:r>
            <a:r>
              <a:rPr lang="en-US" sz="2000" i="1" dirty="0" smtClean="0"/>
              <a:t>X</a:t>
            </a:r>
            <a:r>
              <a:rPr lang="en-US" sz="2000" dirty="0" smtClean="0"/>
              <a:t> and </a:t>
            </a:r>
            <a:r>
              <a:rPr lang="en-US" sz="2000" i="1" dirty="0" smtClean="0"/>
              <a:t>Y</a:t>
            </a:r>
            <a:r>
              <a:rPr lang="en-US" sz="2000" dirty="0" smtClean="0"/>
              <a:t> are termed “marginal PDFs”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8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1696720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</a:rPr>
              <a:t>Given: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926840"/>
            <a:ext cx="4141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</a:rPr>
              <a:t>Find the marginal PDFs of </a:t>
            </a:r>
            <a:r>
              <a:rPr lang="en-US" sz="2000" i="1" dirty="0" smtClean="0">
                <a:solidFill>
                  <a:prstClr val="black"/>
                </a:solidFill>
              </a:rPr>
              <a:t>X</a:t>
            </a:r>
            <a:r>
              <a:rPr lang="en-US" sz="2000" dirty="0" smtClean="0">
                <a:solidFill>
                  <a:prstClr val="black"/>
                </a:solidFill>
              </a:rPr>
              <a:t> and </a:t>
            </a:r>
            <a:r>
              <a:rPr lang="en-US" sz="2000" i="1" dirty="0" smtClean="0">
                <a:solidFill>
                  <a:prstClr val="black"/>
                </a:solidFill>
              </a:rPr>
              <a:t>Y</a:t>
            </a:r>
            <a:endParaRPr lang="en-US" sz="2000" i="1" dirty="0">
              <a:solidFill>
                <a:prstClr val="black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38400"/>
            <a:ext cx="56959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98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45490" y="1818082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</a:rPr>
              <a:t>For 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013057"/>
            <a:ext cx="279082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290" y="1881333"/>
            <a:ext cx="15430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90" y="2743200"/>
            <a:ext cx="37338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340860"/>
            <a:ext cx="80772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0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 Continued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93586" y="1806606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</a:rPr>
              <a:t>For 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026981"/>
            <a:ext cx="301942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220" y="1848002"/>
            <a:ext cx="11239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" y="2514600"/>
            <a:ext cx="456247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317682"/>
            <a:ext cx="74676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5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89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On-screen Show (4:3)</PresentationFormat>
  <Paragraphs>20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MS PGothic</vt:lpstr>
      <vt:lpstr>Akzidenz-Grotesk Pro Bold</vt:lpstr>
      <vt:lpstr>Arial</vt:lpstr>
      <vt:lpstr>Calibri</vt:lpstr>
      <vt:lpstr>Office Theme</vt:lpstr>
      <vt:lpstr>Marginal PDF</vt:lpstr>
      <vt:lpstr>Example</vt:lpstr>
      <vt:lpstr>Solution</vt:lpstr>
      <vt:lpstr>Solution Continued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Marginal PDF</dc:title>
  <dc:creator>Cihan Tepedelenlioglu</dc:creator>
  <cp:lastModifiedBy>Abhilash Sureshbabu</cp:lastModifiedBy>
  <cp:revision>2</cp:revision>
  <dcterms:created xsi:type="dcterms:W3CDTF">2015-06-06T00:39:42Z</dcterms:created>
  <dcterms:modified xsi:type="dcterms:W3CDTF">2016-02-19T00:17:47Z</dcterms:modified>
</cp:coreProperties>
</file>