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4DEF6-0F57-4B95-B77C-CBCA162CD04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295F31-9550-4A78-A214-8FC32F74A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28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84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73FF3-5DF2-416F-849D-CB053200B49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EEB07-567C-4B67-8079-41BCFD635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50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73FF3-5DF2-416F-849D-CB053200B49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EEB07-567C-4B67-8079-41BCFD635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44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73FF3-5DF2-416F-849D-CB053200B49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EEB07-567C-4B67-8079-41BCFD635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95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73FF3-5DF2-416F-849D-CB053200B49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EEB07-567C-4B67-8079-41BCFD635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9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73FF3-5DF2-416F-849D-CB053200B49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EEB07-567C-4B67-8079-41BCFD635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80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73FF3-5DF2-416F-849D-CB053200B49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EEB07-567C-4B67-8079-41BCFD635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49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73FF3-5DF2-416F-849D-CB053200B49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EEB07-567C-4B67-8079-41BCFD635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23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73FF3-5DF2-416F-849D-CB053200B49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EEB07-567C-4B67-8079-41BCFD635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849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73FF3-5DF2-416F-849D-CB053200B49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EEB07-567C-4B67-8079-41BCFD635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22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73FF3-5DF2-416F-849D-CB053200B49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EEB07-567C-4B67-8079-41BCFD635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82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73FF3-5DF2-416F-849D-CB053200B49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EEB07-567C-4B67-8079-41BCFD635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02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73FF3-5DF2-416F-849D-CB053200B49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EEB07-567C-4B67-8079-41BCFD635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935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Calculating Normal Probabilities</a:t>
            </a:r>
            <a:endParaRPr lang="en-US" sz="36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28800"/>
            <a:ext cx="5895975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334000"/>
            <a:ext cx="32194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Calculating Normal Probabilities</a:t>
            </a:r>
            <a:endParaRPr lang="en-US" sz="36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755034"/>
            <a:ext cx="5124450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58947" y="1750916"/>
            <a:ext cx="56156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Tables exist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Can be constructed using numerical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No, you don’t have to memorize them!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68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537" y="1524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Calculating Normal Probabilities</a:t>
            </a:r>
            <a:endParaRPr lang="en-US" sz="36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65" y="2485701"/>
            <a:ext cx="81057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1" y="3022085"/>
            <a:ext cx="2057400" cy="43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4081509"/>
            <a:ext cx="764857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93198" y="3064164"/>
            <a:ext cx="6511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Used                                     in 3</a:t>
            </a:r>
            <a:r>
              <a:rPr lang="en-US" sz="2000" baseline="30000" dirty="0" smtClean="0"/>
              <a:t>rd</a:t>
            </a:r>
            <a:r>
              <a:rPr lang="en-US" sz="2000" dirty="0" smtClean="0"/>
              <a:t> inequality (see below)</a:t>
            </a:r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09600" y="1905000"/>
                <a:ext cx="73559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be Gaussian with mean 61 and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std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10; What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𝑃</m:t>
                    </m:r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[</m:t>
                    </m:r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𝑋</m:t>
                    </m:r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≤46]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905000"/>
                <a:ext cx="7355924" cy="400110"/>
              </a:xfrm>
              <a:prstGeom prst="rect">
                <a:avLst/>
              </a:prstGeom>
              <a:blipFill rotWithShape="1">
                <a:blip r:embed="rId5"/>
                <a:stretch>
                  <a:fillRect l="-829" t="-6154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380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53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164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85</Words>
  <Application>Microsoft Office PowerPoint</Application>
  <PresentationFormat>On-screen Show (4:3)</PresentationFormat>
  <Paragraphs>17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MS PGothic</vt:lpstr>
      <vt:lpstr>Akzidenz-Grotesk Pro Bold</vt:lpstr>
      <vt:lpstr>Arial</vt:lpstr>
      <vt:lpstr>Calibri</vt:lpstr>
      <vt:lpstr>Cambria Math</vt:lpstr>
      <vt:lpstr>Office Theme</vt:lpstr>
      <vt:lpstr>Calculating Normal Probabilities</vt:lpstr>
      <vt:lpstr>Calculating Normal Probabilities</vt:lpstr>
      <vt:lpstr>Calculating Normal Probabilities</vt:lpstr>
      <vt:lpstr>PowerPoint Presentation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Calculating Normal Probabilities</dc:title>
  <dc:creator>Cihan Tepedelenlioglu</dc:creator>
  <cp:lastModifiedBy>Abhilash Sureshbabu</cp:lastModifiedBy>
  <cp:revision>4</cp:revision>
  <dcterms:created xsi:type="dcterms:W3CDTF">2015-06-06T00:37:22Z</dcterms:created>
  <dcterms:modified xsi:type="dcterms:W3CDTF">2016-02-19T00:16:32Z</dcterms:modified>
</cp:coreProperties>
</file>