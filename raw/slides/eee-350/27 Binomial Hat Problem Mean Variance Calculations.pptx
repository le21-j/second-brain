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A0C136-72CA-4788-B323-90DB6149AE7D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065740-8F38-466C-B62D-EAEFC22D72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562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06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A65A1-DE4D-4DF0-B1F7-AB0C4CD1BBA7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3D21-8C1A-4806-8E0A-1DFA71691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1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A65A1-DE4D-4DF0-B1F7-AB0C4CD1BBA7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3D21-8C1A-4806-8E0A-1DFA71691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450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A65A1-DE4D-4DF0-B1F7-AB0C4CD1BBA7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3D21-8C1A-4806-8E0A-1DFA71691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11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A65A1-DE4D-4DF0-B1F7-AB0C4CD1BBA7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3D21-8C1A-4806-8E0A-1DFA71691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489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A65A1-DE4D-4DF0-B1F7-AB0C4CD1BBA7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3D21-8C1A-4806-8E0A-1DFA71691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808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A65A1-DE4D-4DF0-B1F7-AB0C4CD1BBA7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3D21-8C1A-4806-8E0A-1DFA71691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574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A65A1-DE4D-4DF0-B1F7-AB0C4CD1BBA7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3D21-8C1A-4806-8E0A-1DFA71691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855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A65A1-DE4D-4DF0-B1F7-AB0C4CD1BBA7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3D21-8C1A-4806-8E0A-1DFA71691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446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A65A1-DE4D-4DF0-B1F7-AB0C4CD1BBA7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3D21-8C1A-4806-8E0A-1DFA71691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71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A65A1-DE4D-4DF0-B1F7-AB0C4CD1BBA7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3D21-8C1A-4806-8E0A-1DFA71691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416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A65A1-DE4D-4DF0-B1F7-AB0C4CD1BBA7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3D21-8C1A-4806-8E0A-1DFA71691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913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0A65A1-DE4D-4DF0-B1F7-AB0C4CD1BBA7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1F3D21-8C1A-4806-8E0A-1DFA71691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257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Binomial Mean and Variance</a:t>
            </a:r>
            <a:endParaRPr lang="en-US" sz="3600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273" y="2062018"/>
            <a:ext cx="5640462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2980" y="2062018"/>
            <a:ext cx="79586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124200"/>
            <a:ext cx="3876965" cy="9437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62000" y="4800600"/>
            <a:ext cx="5718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SzPct val="150000"/>
              <a:buFont typeface="Arial" panose="020B0604020202020204" pitchFamily="34" charset="0"/>
              <a:buChar char="•"/>
            </a:pPr>
            <a:r>
              <a:rPr lang="en-US" dirty="0" smtClean="0"/>
              <a:t>Not easy to calculate using definition of expectation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94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Binomial Mean and Variance</a:t>
            </a:r>
            <a:endParaRPr lang="en-US" sz="360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209800"/>
            <a:ext cx="3956102" cy="3757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575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The Hat Problem</a:t>
            </a:r>
            <a:endParaRPr lang="en-US" sz="3600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438400"/>
            <a:ext cx="5334000" cy="1945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993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The Hat Problem </a:t>
            </a:r>
            <a:r>
              <a:rPr lang="en-US" sz="3600" kern="0" dirty="0" err="1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Cont</a:t>
            </a:r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’</a:t>
            </a:r>
            <a:endParaRPr lang="en-US" sz="3600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362200"/>
            <a:ext cx="4122190" cy="3748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615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Variance in the Hat Problem</a:t>
            </a:r>
            <a:endParaRPr lang="en-US" sz="3600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125" y="1880938"/>
            <a:ext cx="5334000" cy="505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590800"/>
            <a:ext cx="3288381" cy="766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125" y="3413786"/>
            <a:ext cx="1600200" cy="550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125" y="4648200"/>
            <a:ext cx="1724025" cy="1229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206" y="4070420"/>
            <a:ext cx="6096000" cy="3930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068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38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7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Power Point Lecture Slides for the Textbook </a:t>
            </a:r>
            <a:r>
              <a:rPr lang="en-US" sz="2000" dirty="0" smtClean="0"/>
              <a:t>http</a:t>
            </a:r>
            <a:r>
              <a:rPr lang="en-US" sz="2000" dirty="0"/>
              <a:t>://</a:t>
            </a:r>
            <a:r>
              <a:rPr lang="en-US" sz="2000" dirty="0" smtClean="0"/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John </a:t>
            </a:r>
            <a:r>
              <a:rPr lang="en-US" sz="2000" dirty="0" err="1"/>
              <a:t>Tsitsiklis</a:t>
            </a:r>
            <a:r>
              <a:rPr lang="en-US" sz="2000" dirty="0"/>
              <a:t>. </a:t>
            </a:r>
            <a:r>
              <a:rPr lang="en-US" sz="2000" i="1" dirty="0"/>
              <a:t>6.041 Probabilistic Systems Analysis and Applied Probability, Fall 2010</a:t>
            </a:r>
            <a:r>
              <a:rPr lang="en-US" sz="2000" dirty="0"/>
              <a:t>. (Massachusetts Institute of Technology: </a:t>
            </a:r>
            <a:r>
              <a:rPr lang="en-US" sz="2000" dirty="0" smtClean="0"/>
              <a:t>MIT </a:t>
            </a:r>
            <a:r>
              <a:rPr lang="en-US" sz="2000" dirty="0" err="1" smtClean="0"/>
              <a:t>OpenCourseWare</a:t>
            </a:r>
            <a:r>
              <a:rPr lang="en-US" sz="2000" dirty="0"/>
              <a:t>),</a:t>
            </a:r>
            <a:r>
              <a:rPr lang="en-US" sz="2000" dirty="0">
                <a:hlinkClick r:id="rId3"/>
              </a:rPr>
              <a:t>http://ocw.mit.edu</a:t>
            </a:r>
            <a:r>
              <a:rPr lang="en-US" sz="2000" dirty="0"/>
              <a:t> (Accessed 13 Apr, 2015). License: </a:t>
            </a:r>
            <a:r>
              <a:rPr lang="en-US" sz="2000" dirty="0">
                <a:hlinkClick r:id="rId4"/>
              </a:rPr>
              <a:t>Creative Commons </a:t>
            </a:r>
            <a:r>
              <a:rPr lang="en-US" sz="2000" dirty="0" smtClean="0">
                <a:hlinkClick r:id="rId4"/>
              </a:rPr>
              <a:t>BY-NC-SA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28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63</Words>
  <Application>Microsoft Office PowerPoint</Application>
  <PresentationFormat>On-screen Show (4:3)</PresentationFormat>
  <Paragraphs>17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MS PGothic</vt:lpstr>
      <vt:lpstr>Akzidenz-Grotesk Pro Bold</vt:lpstr>
      <vt:lpstr>Arial</vt:lpstr>
      <vt:lpstr>Calibri</vt:lpstr>
      <vt:lpstr>Office Theme</vt:lpstr>
      <vt:lpstr>Binomial Mean and Variance</vt:lpstr>
      <vt:lpstr>Binomial Mean and Variance</vt:lpstr>
      <vt:lpstr>The Hat Problem</vt:lpstr>
      <vt:lpstr>The Hat Problem Cont’</vt:lpstr>
      <vt:lpstr>Variance in the Hat Problem</vt:lpstr>
      <vt:lpstr>PowerPoint Presentation</vt:lpstr>
      <vt:lpstr>Acknowledgements and Citations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Cihan Tepedelenlioglu</dc:creator>
  <cp:lastModifiedBy>Abhilash Sureshbabu</cp:lastModifiedBy>
  <cp:revision>4</cp:revision>
  <dcterms:created xsi:type="dcterms:W3CDTF">2015-06-06T00:41:15Z</dcterms:created>
  <dcterms:modified xsi:type="dcterms:W3CDTF">2016-02-19T00:18:29Z</dcterms:modified>
</cp:coreProperties>
</file>