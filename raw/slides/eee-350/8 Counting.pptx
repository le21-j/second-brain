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9DD57-40DD-415C-B185-8EDAD0C617B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1468F3-6210-48AB-B256-CD4D8181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52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70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2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11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5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7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3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92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5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2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25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2BA61-E513-4B3A-9F7C-3C61FDEFF3B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6096F-9670-4761-8D20-412457BDF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8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Counting!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3276600" cy="3890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9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Discrete Uniform Law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2514600"/>
            <a:ext cx="5715001" cy="2400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9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Basics</a:t>
            </a:r>
            <a:endParaRPr lang="en-US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488663"/>
            <a:ext cx="260032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77" y="1866034"/>
            <a:ext cx="3124200" cy="770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95970"/>
            <a:ext cx="4122920" cy="342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3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0"/>
            <a:ext cx="4672146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0" y="46482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0.0154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0"/>
            <a:ext cx="3533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Don’t bet your money on it!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4411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Combinations</a:t>
            </a:r>
            <a:endParaRPr lang="en-US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78" y="1752600"/>
            <a:ext cx="4910357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78" y="5257800"/>
            <a:ext cx="2294622" cy="1428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2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Sum of Combinations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87794"/>
            <a:ext cx="20097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5800" y="3733800"/>
            <a:ext cx="65137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Proof: Counting bit strings of length </a:t>
            </a:r>
            <a:r>
              <a:rPr lang="en-US" sz="2000" i="1" dirty="0" smtClean="0"/>
              <a:t>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 smtClean="0"/>
              <a:t>kth </a:t>
            </a:r>
            <a:r>
              <a:rPr lang="en-US" sz="2000" dirty="0" smtClean="0"/>
              <a:t>term of the sum = # of length </a:t>
            </a:r>
            <a:r>
              <a:rPr lang="en-US" sz="2000" i="1" dirty="0" smtClean="0"/>
              <a:t>n</a:t>
            </a:r>
            <a:r>
              <a:rPr lang="en-US" sz="2000" dirty="0"/>
              <a:t>-</a:t>
            </a:r>
            <a:r>
              <a:rPr lang="en-US" sz="2000" dirty="0" smtClean="0"/>
              <a:t>bit strings with </a:t>
            </a:r>
            <a:r>
              <a:rPr lang="en-US" sz="2000" i="1" dirty="0" smtClean="0"/>
              <a:t>k</a:t>
            </a:r>
            <a:r>
              <a:rPr lang="en-US" sz="2000" dirty="0" smtClean="0"/>
              <a:t> ones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Both sides equal to total # of length </a:t>
            </a:r>
            <a:r>
              <a:rPr lang="en-US" sz="2000" i="1" dirty="0" smtClean="0"/>
              <a:t>n</a:t>
            </a:r>
            <a:r>
              <a:rPr lang="en-US" sz="2000" dirty="0"/>
              <a:t>-</a:t>
            </a:r>
            <a:r>
              <a:rPr lang="en-US" sz="2000" dirty="0" smtClean="0"/>
              <a:t>bit strings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975" y="2347478"/>
            <a:ext cx="300589" cy="21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6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981200"/>
            <a:ext cx="603472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How many binary sequences of length 10 are there?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How many 4-letter “</a:t>
            </a:r>
            <a:r>
              <a:rPr lang="en-US" sz="2000" smtClean="0"/>
              <a:t>words” </a:t>
            </a:r>
            <a:r>
              <a:rPr lang="en-US" sz="2000" dirty="0" smtClean="0"/>
              <a:t>can letters A-Z produce?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2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79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5"/>
  <p:tag name="ORIGINALWIDTH" val="114"/>
  <p:tag name="LATEXADDIN" val="\documentclass{article}&#10;\usepackage{amsmath}&#10;\pagestyle{empty}&#10;\begin{document}&#10;$2^n$&#10;\end{document}"/>
  <p:tag name="IGUANATEXSIZE" val="20"/>
  <p:tag name="IGUANATEXCURSOR" val="8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109</Words>
  <Application>Microsoft Office PowerPoint</Application>
  <PresentationFormat>On-screen Show (4:3)</PresentationFormat>
  <Paragraphs>33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MS PGothic</vt:lpstr>
      <vt:lpstr>Akzidenz-Grotesk Pro Bold</vt:lpstr>
      <vt:lpstr>Arial</vt:lpstr>
      <vt:lpstr>Calibri</vt:lpstr>
      <vt:lpstr>Office Theme</vt:lpstr>
      <vt:lpstr>Counting!</vt:lpstr>
      <vt:lpstr>Discrete Uniform Law</vt:lpstr>
      <vt:lpstr>Basics</vt:lpstr>
      <vt:lpstr>Example</vt:lpstr>
      <vt:lpstr>Combinations</vt:lpstr>
      <vt:lpstr>Sum of Combinations</vt:lpstr>
      <vt:lpstr>Examples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Counting!</dc:title>
  <dc:creator>Cihan Tepedelenlioglu</dc:creator>
  <cp:lastModifiedBy>Abhilash Sureshbabu</cp:lastModifiedBy>
  <cp:revision>5</cp:revision>
  <dcterms:created xsi:type="dcterms:W3CDTF">2015-06-06T00:25:26Z</dcterms:created>
  <dcterms:modified xsi:type="dcterms:W3CDTF">2016-02-19T00:07:28Z</dcterms:modified>
</cp:coreProperties>
</file>