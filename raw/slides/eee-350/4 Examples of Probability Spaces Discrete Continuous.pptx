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2893E1-4E24-4B21-B653-5F4BE981591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C0792-EC39-420C-882F-82AAAF6A7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51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02BED5-B6A5-42C0-BD1E-F8A70A63C327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483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64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B834F-F1E2-45D7-A8CA-0A200566D0B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991B-D01A-4684-834E-38517FC7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36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B834F-F1E2-45D7-A8CA-0A200566D0B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991B-D01A-4684-834E-38517FC7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14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B834F-F1E2-45D7-A8CA-0A200566D0B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991B-D01A-4684-834E-38517FC7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170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B834F-F1E2-45D7-A8CA-0A200566D0B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991B-D01A-4684-834E-38517FC7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54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B834F-F1E2-45D7-A8CA-0A200566D0B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991B-D01A-4684-834E-38517FC7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65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B834F-F1E2-45D7-A8CA-0A200566D0B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991B-D01A-4684-834E-38517FC7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4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B834F-F1E2-45D7-A8CA-0A200566D0B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991B-D01A-4684-834E-38517FC7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3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B834F-F1E2-45D7-A8CA-0A200566D0B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991B-D01A-4684-834E-38517FC7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15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B834F-F1E2-45D7-A8CA-0A200566D0B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991B-D01A-4684-834E-38517FC7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3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B834F-F1E2-45D7-A8CA-0A200566D0B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991B-D01A-4684-834E-38517FC7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0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B834F-F1E2-45D7-A8CA-0A200566D0B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8991B-D01A-4684-834E-38517FC7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58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506" y="218907"/>
            <a:ext cx="8578515" cy="1263316"/>
          </a:xfrm>
        </p:spPr>
        <p:txBody>
          <a:bodyPr anchor="b">
            <a:normAutofit/>
          </a:bodyPr>
          <a:lstStyle>
            <a:lvl1pPr algn="ctr">
              <a:lnSpc>
                <a:spcPct val="300000"/>
              </a:lnSpc>
              <a:defRPr sz="48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507" y="1371600"/>
            <a:ext cx="8578514" cy="4463716"/>
          </a:xfrm>
        </p:spPr>
        <p:txBody>
          <a:bodyPr/>
          <a:lstStyle>
            <a:lvl1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074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206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5129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2133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19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256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6042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5443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4421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909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106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B834F-F1E2-45D7-A8CA-0A200566D0B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8991B-D01A-4684-834E-38517FC7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06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057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5.xml"/><Relationship Id="rId7" Type="http://schemas.openxmlformats.org/officeDocument/2006/relationships/image" Target="../media/image4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847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294" y="2696398"/>
            <a:ext cx="2065020" cy="252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152400" y="3124199"/>
            <a:ext cx="8991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Outcomes are just 1,2,3,4,5,6.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Events are the set of all subsets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Closed under unions and intersections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There are 64 events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The probability of an event = (# of elements in the event) x 1/6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E.g., 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144" y="5608983"/>
            <a:ext cx="1949196" cy="252984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47544" y="1951383"/>
            <a:ext cx="35958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Experiment: single dice roll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36571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41300" y="93666"/>
            <a:ext cx="9144000" cy="92233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Twist on Example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9400" y="1016000"/>
            <a:ext cx="8864600" cy="5029200"/>
          </a:xfrm>
        </p:spPr>
        <p:txBody>
          <a:bodyPr>
            <a:normAutofit lnSpcReduction="10000"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dirty="0" smtClean="0"/>
              <a:t>Same list of events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</a:p>
          <a:p>
            <a:endParaRPr lang="en-US" dirty="0" smtClean="0"/>
          </a:p>
          <a:p>
            <a:pPr marL="342891" indent="-34289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So far covers events with single outcome.</a:t>
            </a:r>
          </a:p>
          <a:p>
            <a:pPr marL="342891" indent="-34289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If event contains multiple outcomes, just add probabilities</a:t>
            </a:r>
          </a:p>
          <a:p>
            <a:pPr marL="342891" indent="-342891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    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49" y="2201059"/>
            <a:ext cx="2615184" cy="3035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49" y="2784433"/>
            <a:ext cx="5958230" cy="2633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50" y="5410200"/>
            <a:ext cx="3483864" cy="30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992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847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Alternate Example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656578"/>
            <a:ext cx="2065020" cy="252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1723" y="3352800"/>
            <a:ext cx="5819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There are only 4 events: (different than before)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566" y="4038600"/>
            <a:ext cx="2340864" cy="25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771103"/>
            <a:ext cx="756809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Closed under unions and intersections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Tells if outcome is even or odd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The probability of an event = (# of elements in the event) x 1/6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09600" y="1828799"/>
            <a:ext cx="5644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Experiment: Single dice roll (same as before)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25330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847850"/>
          </a:xfrm>
        </p:spPr>
        <p:txBody>
          <a:bodyPr>
            <a:normAutofit/>
          </a:bodyPr>
          <a:lstStyle/>
          <a:p>
            <a:pPr algn="l"/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Discrete</a:t>
            </a:r>
            <a:r>
              <a:rPr kumimoji="0" lang="en-US" sz="3600" b="0" i="0" u="none" strike="noStrike" kern="0" cap="none" spc="0" normalizeH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 Example </a:t>
            </a:r>
            <a:r>
              <a:rPr kumimoji="0" lang="en-US" sz="3600" b="0" i="0" u="none" strike="noStrike" kern="0" cap="none" spc="0" normalizeH="0" noProof="0" dirty="0" err="1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kumimoji="0" lang="en-US" sz="3600" b="0" i="0" u="none" strike="noStrike" kern="0" cap="none" spc="0" normalizeH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700311" y="1828800"/>
            <a:ext cx="6324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 two </a:t>
            </a: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rolls of a tetrahedral </a:t>
            </a:r>
            <a:r>
              <a:rPr lang="en-US" sz="2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362200"/>
            <a:ext cx="3965851" cy="3046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311" y="5657671"/>
            <a:ext cx="632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Events are collections of boxes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Probabilities of events = # of boxes / 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4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847850"/>
          </a:xfrm>
        </p:spPr>
        <p:txBody>
          <a:bodyPr>
            <a:normAutofit/>
          </a:bodyPr>
          <a:lstStyle/>
          <a:p>
            <a:pPr algn="l"/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Continuous </a:t>
            </a:r>
            <a:r>
              <a:rPr kumimoji="0" lang="en-US" sz="3600" b="0" i="0" u="none" strike="noStrike" kern="0" cap="none" spc="0" normalizeH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Example </a:t>
            </a:r>
            <a:r>
              <a:rPr kumimoji="0" lang="en-US" sz="3600" b="0" i="0" u="none" strike="noStrike" kern="0" cap="none" spc="0" normalizeH="0" noProof="0" dirty="0" err="1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09915"/>
            <a:ext cx="4310063" cy="3522873"/>
          </a:xfrm>
          <a:prstGeom prst="rect">
            <a:avLst/>
          </a:prstGeom>
          <a:solidFill>
            <a:srgbClr val="FF0000"/>
          </a:solidFill>
          <a:ln>
            <a:noFill/>
          </a:ln>
          <a:ex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0" y="5427872"/>
            <a:ext cx="632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Events are regions in the 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Probabilities of events = Area of 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447800" y="3886200"/>
            <a:ext cx="3048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2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Finite Sample Space Example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209" y="1752600"/>
            <a:ext cx="3437681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95800"/>
            <a:ext cx="5882384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5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847850"/>
          </a:xfrm>
        </p:spPr>
        <p:txBody>
          <a:bodyPr>
            <a:normAutofit/>
          </a:bodyPr>
          <a:lstStyle/>
          <a:p>
            <a:pPr algn="l"/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Discrete Uniform Law</a:t>
            </a:r>
            <a:endParaRPr lang="en-US" sz="36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99071"/>
            <a:ext cx="62865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51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847850"/>
          </a:xfrm>
        </p:spPr>
        <p:txBody>
          <a:bodyPr>
            <a:normAutofit/>
          </a:bodyPr>
          <a:lstStyle/>
          <a:p>
            <a:pPr algn="l"/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Continuous Uniform Law</a:t>
            </a:r>
            <a:endParaRPr lang="en-US" sz="36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39" y="2133600"/>
            <a:ext cx="4724400" cy="416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11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137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1016.25"/>
  <p:tag name="LATEXADDIN" val="\documentclass{article}&#10;\usepackage{amsmath}&#10;\pagestyle{empty}&#10;\begin{document}&#10;$\Omega=\{1,2,3,4,5,6\}$&#10;\end{document}"/>
  <p:tag name="IGUANATEXSIZE" val="20"/>
  <p:tag name="IGUANATEXCURSOR" val="10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959.25"/>
  <p:tag name="LATEXADDIN" val="\documentclass{article}&#10;\usepackage{amsmath}&#10;\pagestyle{empty}&#10;\begin{document}&#10;${\bf P}(\{1,2,4\}) = 1/2$&#10;\end{document}"/>
  <p:tag name="IGUANATEXSIZE" val="20"/>
  <p:tag name="IGUANATEXCURSOR" val="10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1072.5"/>
  <p:tag name="LATEXADDIN" val="\documentclass{article}&#10;\usepackage{amsmath}&#10;\pagestyle{empty}&#10;\begin{document}&#10;&#10;&#10;$\begin{aligned}&#10;               P(\{i\})&amp;=p_i \hspace{0.2cm} \text{so that}&#10;  \end{aligned}$&#10;&#10;&#10;&#10;\end{document}"/>
  <p:tag name="IGUANATEXSIZE" val="24"/>
  <p:tag name="IGUANATEXCURSOR" val="12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"/>
  <p:tag name="ORIGINALWIDTH" val="2443.5"/>
  <p:tag name="LATEXADDIN" val="\documentclass{article}&#10;\usepackage{amsmath}&#10;\pagestyle{empty}&#10;\begin{document}&#10;&#10;&#10;$\begin{aligned}&#10;               0\le p_i \le 1 \hspace{0.2cm},\hspace{0.2cm}  p_1+p_2+p_3+p_4+p_5+p_6=1&#10;  \end{aligned}$&#10;&#10;&#10;&#10;\end{document}"/>
  <p:tag name="IGUANATEXSIZE" val="24"/>
  <p:tag name="IGUANATEXCURSOR" val="1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1428.75"/>
  <p:tag name="LATEXADDIN" val="\documentclass{article}&#10;\usepackage{amsmath}&#10;\pagestyle{empty}&#10;\begin{document}&#10;&#10;&#10;$P(\{1,2,4\})=p_1+p_2+p_4$&#10;&#10;&#10;&#10;\end{document}"/>
  <p:tag name="IGUANATEXSIZE" val="24"/>
  <p:tag name="IGUANATEXCURSOR" val="10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1016.25"/>
  <p:tag name="LATEXADDIN" val="\documentclass{article}&#10;\usepackage{amsmath}&#10;\pagestyle{empty}&#10;\begin{document}&#10;$\Omega=\{1,2,3,4,5,6\}$&#10;\end{document}"/>
  <p:tag name="IGUANATEXSIZE" val="20"/>
  <p:tag name="IGUANATEXCURSOR" val="10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7.5"/>
  <p:tag name="ORIGINALWIDTH" val="1152"/>
  <p:tag name="LATEXADDIN" val="\documentclass{article}&#10;\usepackage{amsmath}&#10;\pagestyle{empty}&#10;\begin{document}&#10;$\emptyset,\{2,4,6\}, \{1,3,5\},\Omega $&#10;\end{document}"/>
  <p:tag name="IGUANATEXSIZE" val="20"/>
  <p:tag name="IGUANATEXCURSOR" val="11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206</Words>
  <Application>Microsoft Office PowerPoint</Application>
  <PresentationFormat>On-screen Show (4:3)</PresentationFormat>
  <Paragraphs>45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MS PGothic</vt:lpstr>
      <vt:lpstr>Akzidenz-Grotesk Pro Bold</vt:lpstr>
      <vt:lpstr>Arial</vt:lpstr>
      <vt:lpstr>Calibri</vt:lpstr>
      <vt:lpstr>Office Theme</vt:lpstr>
      <vt:lpstr>1_Office Theme</vt:lpstr>
      <vt:lpstr>Example</vt:lpstr>
      <vt:lpstr>  Twist on Example</vt:lpstr>
      <vt:lpstr>Alternate Example</vt:lpstr>
      <vt:lpstr>Discrete Example Cont’</vt:lpstr>
      <vt:lpstr>Continuous Example Cont’</vt:lpstr>
      <vt:lpstr>Finite Sample Space Example</vt:lpstr>
      <vt:lpstr>Discrete Uniform Law</vt:lpstr>
      <vt:lpstr>Continuous Uniform Law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</dc:title>
  <dc:creator>Cihan Tepedelenlioglu</dc:creator>
  <cp:lastModifiedBy>Abhilash Sureshbabu</cp:lastModifiedBy>
  <cp:revision>5</cp:revision>
  <dcterms:created xsi:type="dcterms:W3CDTF">2015-06-06T00:20:24Z</dcterms:created>
  <dcterms:modified xsi:type="dcterms:W3CDTF">2016-02-19T00:03:30Z</dcterms:modified>
</cp:coreProperties>
</file>