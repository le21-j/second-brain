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3E946-D8D4-415E-AB54-B7F69AFE73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2B98C-A779-4403-83CE-0E8B6081B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8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3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5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2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0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6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4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5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0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9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2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1CE4-F5F8-41DD-BC49-262AB5C1EB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07FFF-6FCC-45A8-9431-C36864B0C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9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Memoryless Geometric</a:t>
            </a:r>
            <a:endParaRPr lang="en-US" sz="3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595966"/>
            <a:ext cx="5562600" cy="61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1392"/>
            <a:ext cx="5562600" cy="95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" y="3733800"/>
            <a:ext cx="32099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43" y="3657600"/>
            <a:ext cx="268605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269" y="3971925"/>
            <a:ext cx="2590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Memoryless Exponential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4600"/>
            <a:ext cx="8694395" cy="335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752600"/>
            <a:ext cx="6899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Exponential is the continuous analogue of the geometric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202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Memoryless Exponential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3600"/>
            <a:ext cx="8311107" cy="265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41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Quantizer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Example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89480"/>
            <a:ext cx="478155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1074" y="1635760"/>
            <a:ext cx="5955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X</a:t>
            </a:r>
            <a:r>
              <a:rPr lang="en-US" sz="2000" dirty="0" smtClean="0"/>
              <a:t> is continuous, </a:t>
            </a:r>
            <a:r>
              <a:rPr lang="en-US" sz="2000" i="1" dirty="0" smtClean="0"/>
              <a:t>Y</a:t>
            </a:r>
            <a:r>
              <a:rPr lang="en-US" sz="2000" dirty="0" smtClean="0"/>
              <a:t> is discrete to convert into bits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rounding operation that involves loss of info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7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Quantizer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Example Continued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1722120"/>
            <a:ext cx="7073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If X is uniform over </a:t>
            </a:r>
            <a:r>
              <a:rPr lang="en-US" sz="2000" i="1" dirty="0" smtClean="0"/>
              <a:t>(-r/2,r/2) </a:t>
            </a:r>
            <a:r>
              <a:rPr lang="en-US" sz="2000" dirty="0" smtClean="0"/>
              <a:t>and we are given </a:t>
            </a:r>
            <a:r>
              <a:rPr lang="en-US" sz="2000" i="1" dirty="0" smtClean="0"/>
              <a:t>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What is the conditional distribution of </a:t>
            </a:r>
            <a:r>
              <a:rPr lang="en-US" sz="2000" i="1" dirty="0" smtClean="0"/>
              <a:t>X</a:t>
            </a:r>
            <a:r>
              <a:rPr lang="en-US" sz="2000" dirty="0" smtClean="0"/>
              <a:t> given </a:t>
            </a:r>
            <a:r>
              <a:rPr lang="en-US" sz="2000" i="1" dirty="0" smtClean="0"/>
              <a:t>Y</a:t>
            </a:r>
            <a:r>
              <a:rPr lang="en-US" sz="2000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Knowing the value of </a:t>
            </a:r>
            <a:r>
              <a:rPr lang="en-US" sz="2000" i="1" dirty="0" smtClean="0"/>
              <a:t>Y</a:t>
            </a:r>
            <a:r>
              <a:rPr lang="en-US" sz="2000" dirty="0" smtClean="0"/>
              <a:t> just means </a:t>
            </a:r>
            <a:r>
              <a:rPr lang="en-US" sz="2000" i="1" dirty="0" smtClean="0"/>
              <a:t>X</a:t>
            </a:r>
            <a:r>
              <a:rPr lang="en-US" sz="2000" dirty="0" smtClean="0"/>
              <a:t> is in a certain region:</a:t>
            </a:r>
            <a:endParaRPr lang="en-US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36265"/>
            <a:ext cx="33051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30295"/>
            <a:ext cx="48387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43400"/>
            <a:ext cx="42005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474335"/>
            <a:ext cx="40195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6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96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109</Words>
  <Application>Microsoft Office PowerPoint</Application>
  <PresentationFormat>On-screen Show (4:3)</PresentationFormat>
  <Paragraphs>22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Memoryless Geometric</vt:lpstr>
      <vt:lpstr>PowerPoint Presentation</vt:lpstr>
      <vt:lpstr>Memoryless Exponential</vt:lpstr>
      <vt:lpstr>Memoryless Exponential</vt:lpstr>
      <vt:lpstr>Quantizer Example</vt:lpstr>
      <vt:lpstr>Quantizer Example Continued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4</cp:revision>
  <dcterms:created xsi:type="dcterms:W3CDTF">2015-06-06T00:42:37Z</dcterms:created>
  <dcterms:modified xsi:type="dcterms:W3CDTF">2016-02-19T00:19:08Z</dcterms:modified>
</cp:coreProperties>
</file>