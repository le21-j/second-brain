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7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A622C2-8AA3-4A94-8C10-386BAD29FDB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F03D5-5166-4AA1-97DE-2CF4F24BB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4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Example 6.4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984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Example 6.4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984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6.3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04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22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9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8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62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3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8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94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09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97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1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1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E719F-AA3B-46F0-8746-B8C726A020A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B2B31-22E4-4E81-998C-5D2D55278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4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Continuous Case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15382"/>
            <a:ext cx="53530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5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599"/>
            <a:ext cx="401955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42" y="4033684"/>
            <a:ext cx="522922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5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Squaring a Uniform RV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872358" y="1808706"/>
            <a:ext cx="61991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 smtClean="0">
                <a:solidFill>
                  <a:prstClr val="black"/>
                </a:solidFill>
              </a:rPr>
              <a:t>X </a:t>
            </a:r>
            <a:r>
              <a:rPr lang="en-US" sz="2000" dirty="0" smtClean="0">
                <a:solidFill>
                  <a:prstClr val="black"/>
                </a:solidFill>
              </a:rPr>
              <a:t>is a uniform RV over (-1,1),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Note that </a:t>
            </a:r>
            <a:r>
              <a:rPr lang="en-US" sz="2000" i="1" dirty="0" smtClean="0">
                <a:solidFill>
                  <a:prstClr val="black"/>
                </a:solidFill>
              </a:rPr>
              <a:t>W</a:t>
            </a:r>
            <a:r>
              <a:rPr lang="en-US" sz="2000" dirty="0" smtClean="0">
                <a:solidFill>
                  <a:prstClr val="black"/>
                </a:solidFill>
              </a:rPr>
              <a:t> is always positive, even though </a:t>
            </a:r>
            <a:r>
              <a:rPr lang="en-US" sz="2000" i="1" dirty="0" smtClean="0">
                <a:solidFill>
                  <a:prstClr val="black"/>
                </a:solidFill>
              </a:rPr>
              <a:t>X</a:t>
            </a:r>
            <a:r>
              <a:rPr lang="en-US" sz="2000" dirty="0" smtClean="0">
                <a:solidFill>
                  <a:prstClr val="black"/>
                </a:solidFill>
              </a:rPr>
              <a:t> isn’t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087" y="1819982"/>
            <a:ext cx="714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662" y="1858082"/>
            <a:ext cx="4191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1" y="3027285"/>
            <a:ext cx="54959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886200"/>
            <a:ext cx="21907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4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Square Root</a:t>
            </a:r>
            <a:endParaRPr lang="en-US" sz="36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090" y="1883499"/>
            <a:ext cx="11430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800864" y="1905000"/>
            <a:ext cx="323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; X</a:t>
            </a:r>
            <a:r>
              <a:rPr lang="en-US" dirty="0" smtClean="0"/>
              <a:t> is exponentially distributed</a:t>
            </a:r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61" y="2576359"/>
            <a:ext cx="40576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664" y="1826348"/>
            <a:ext cx="22193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5" y="3640394"/>
            <a:ext cx="417195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16" y="4876800"/>
            <a:ext cx="41624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48180" y="1905000"/>
            <a:ext cx="789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RV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89661" y="6172200"/>
            <a:ext cx="6940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Application in wireless </a:t>
            </a:r>
            <a:r>
              <a:rPr lang="en-US" sz="2000" dirty="0" err="1" smtClean="0"/>
              <a:t>comms</a:t>
            </a:r>
            <a:r>
              <a:rPr lang="en-US" sz="2000" dirty="0" smtClean="0"/>
              <a:t>: SNR distribution of fading links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0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905000"/>
            <a:ext cx="4844961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30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1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PDF of Linear and Affine Functions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15335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95600"/>
            <a:ext cx="516255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5365955"/>
            <a:ext cx="2990850" cy="1009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3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51" y="1663080"/>
            <a:ext cx="34290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403" y="1967879"/>
            <a:ext cx="10763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51" y="3320384"/>
            <a:ext cx="27432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727" y="3581400"/>
            <a:ext cx="42576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019799"/>
            <a:ext cx="60864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6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What if </a:t>
            </a:r>
            <a:r>
              <a:rPr lang="en-US" sz="3600" i="1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X 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is Normal?</a:t>
            </a:r>
            <a:endParaRPr lang="en-US" sz="3600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2667000"/>
            <a:ext cx="2990850" cy="1009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752600"/>
            <a:ext cx="13620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831109"/>
            <a:ext cx="3429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06" y="4495800"/>
            <a:ext cx="341313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47800" y="4419600"/>
            <a:ext cx="65295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smtClean="0"/>
              <a:t>Y </a:t>
            </a:r>
            <a:r>
              <a:rPr lang="en-US" sz="2000" dirty="0" smtClean="0"/>
              <a:t>is also normal! What are the mean and variance of </a:t>
            </a:r>
            <a:r>
              <a:rPr lang="en-US" sz="2000" i="1" dirty="0" smtClean="0"/>
              <a:t>Y</a:t>
            </a:r>
            <a:r>
              <a:rPr lang="en-US" sz="2000" dirty="0" smtClean="0"/>
              <a:t>?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4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Stretching Other Distributions</a:t>
            </a:r>
            <a:endParaRPr 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2209800"/>
            <a:ext cx="7486650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2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DF of a Ratio of Two RVs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709737"/>
            <a:ext cx="376490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41" y="2214716"/>
            <a:ext cx="413385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7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3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135</Words>
  <Application>Microsoft Office PowerPoint</Application>
  <PresentationFormat>On-screen Show (4:3)</PresentationFormat>
  <Paragraphs>38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MS PGothic</vt:lpstr>
      <vt:lpstr>Akzidenz-Grotesk Pro Bold</vt:lpstr>
      <vt:lpstr>Arial</vt:lpstr>
      <vt:lpstr>Calibri</vt:lpstr>
      <vt:lpstr>Office Theme</vt:lpstr>
      <vt:lpstr>Continuous Case</vt:lpstr>
      <vt:lpstr>Example</vt:lpstr>
      <vt:lpstr>Example: Squaring a Uniform RV</vt:lpstr>
      <vt:lpstr>Example: Square Root</vt:lpstr>
      <vt:lpstr>Example</vt:lpstr>
      <vt:lpstr>PowerPoint Presentation</vt:lpstr>
      <vt:lpstr>PDF of Linear and Affine Functions</vt:lpstr>
      <vt:lpstr>Example</vt:lpstr>
      <vt:lpstr>What if X is Normal?</vt:lpstr>
      <vt:lpstr>Stretching Other Distributions</vt:lpstr>
      <vt:lpstr>CDF of a Ratio of Two RVs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7</cp:revision>
  <dcterms:created xsi:type="dcterms:W3CDTF">2015-06-06T00:47:16Z</dcterms:created>
  <dcterms:modified xsi:type="dcterms:W3CDTF">2016-02-19T00:22:48Z</dcterms:modified>
</cp:coreProperties>
</file>