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5CEC97-0E7E-441D-9C62-1F357553B430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80837C-41A0-46F7-870F-278909DD7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544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572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378C8-B9BC-42B7-A15B-2CA09CD1E75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90135-C4AA-4D78-8BDB-9F276D80E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347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378C8-B9BC-42B7-A15B-2CA09CD1E75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90135-C4AA-4D78-8BDB-9F276D80E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297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378C8-B9BC-42B7-A15B-2CA09CD1E75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90135-C4AA-4D78-8BDB-9F276D80E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809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378C8-B9BC-42B7-A15B-2CA09CD1E75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90135-C4AA-4D78-8BDB-9F276D80E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009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378C8-B9BC-42B7-A15B-2CA09CD1E75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90135-C4AA-4D78-8BDB-9F276D80E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55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378C8-B9BC-42B7-A15B-2CA09CD1E75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90135-C4AA-4D78-8BDB-9F276D80E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17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378C8-B9BC-42B7-A15B-2CA09CD1E75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90135-C4AA-4D78-8BDB-9F276D80E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521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378C8-B9BC-42B7-A15B-2CA09CD1E75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90135-C4AA-4D78-8BDB-9F276D80E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542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378C8-B9BC-42B7-A15B-2CA09CD1E75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90135-C4AA-4D78-8BDB-9F276D80E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491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378C8-B9BC-42B7-A15B-2CA09CD1E75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90135-C4AA-4D78-8BDB-9F276D80E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037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378C8-B9BC-42B7-A15B-2CA09CD1E75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90135-C4AA-4D78-8BDB-9F276D80E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127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B378C8-B9BC-42B7-A15B-2CA09CD1E75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90135-C4AA-4D78-8BDB-9F276D80E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482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Conditioning RV on an Event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762000" y="1752600"/>
            <a:ext cx="7414209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One can define conditional probabilities (see earlier lectures)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This involves conditioning on events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Earlier we saw that PMFs can be conditioned on events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One can also define conditional CDFs or PDFs.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Example: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0130" y="2148550"/>
            <a:ext cx="765048" cy="252984"/>
          </a:xfrm>
          <a:prstGeom prst="rect">
            <a:avLst/>
          </a:prstGeom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627120"/>
            <a:ext cx="8305800" cy="1256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62000" y="5562600"/>
            <a:ext cx="79212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As we saw earlier, discrete RVs one can define conditional PMFs:</a:t>
            </a:r>
            <a:endParaRPr lang="en-US" sz="2000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3204" y="6096000"/>
            <a:ext cx="321945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607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3341" y="8763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Conditioning RV on an Event (PMF Example)</a:t>
            </a:r>
            <a:endParaRPr lang="en-US" sz="36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692400"/>
            <a:ext cx="8117083" cy="271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2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57200" y="1981200"/>
            <a:ext cx="87593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Before we do general RVs conditioned on an event, we revisit it for PMFs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47493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Solution</a:t>
            </a:r>
            <a:endParaRPr lang="en-US" sz="36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950" y="1676400"/>
            <a:ext cx="4876800" cy="123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990850"/>
            <a:ext cx="3486150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" y="4038600"/>
            <a:ext cx="5857875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072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4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Power Point Lecture Slides for the Textbook </a:t>
            </a:r>
            <a:r>
              <a:rPr lang="en-US" sz="2000" dirty="0" smtClean="0"/>
              <a:t>http</a:t>
            </a:r>
            <a:r>
              <a:rPr lang="en-US" sz="2000" dirty="0"/>
              <a:t>://</a:t>
            </a:r>
            <a:r>
              <a:rPr lang="en-US" sz="2000" dirty="0" smtClean="0"/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John </a:t>
            </a:r>
            <a:r>
              <a:rPr lang="en-US" sz="2000" dirty="0" err="1"/>
              <a:t>Tsitsiklis</a:t>
            </a:r>
            <a:r>
              <a:rPr lang="en-US" sz="2000" dirty="0"/>
              <a:t>. </a:t>
            </a:r>
            <a:r>
              <a:rPr lang="en-US" sz="2000" i="1" dirty="0"/>
              <a:t>6.041 Probabilistic Systems Analysis and Applied Probability, Fall 2010</a:t>
            </a:r>
            <a:r>
              <a:rPr lang="en-US" sz="2000" dirty="0"/>
              <a:t>. (Massachusetts Institute of Technology: </a:t>
            </a:r>
            <a:r>
              <a:rPr lang="en-US" sz="2000" dirty="0" smtClean="0"/>
              <a:t>MIT </a:t>
            </a:r>
            <a:r>
              <a:rPr lang="en-US" sz="2000" dirty="0" err="1" smtClean="0"/>
              <a:t>OpenCourseWare</a:t>
            </a:r>
            <a:r>
              <a:rPr lang="en-US" sz="2000" dirty="0"/>
              <a:t>),</a:t>
            </a:r>
            <a:r>
              <a:rPr lang="en-US" sz="2000" dirty="0">
                <a:hlinkClick r:id="rId3"/>
              </a:rPr>
              <a:t>http://ocw.mit.edu</a:t>
            </a:r>
            <a:r>
              <a:rPr lang="en-US" sz="2000" dirty="0"/>
              <a:t> (Accessed 13 Apr, 2015). License: </a:t>
            </a:r>
            <a:r>
              <a:rPr lang="en-US" sz="2000" dirty="0">
                <a:hlinkClick r:id="rId4"/>
              </a:rPr>
              <a:t>Creative Commons </a:t>
            </a:r>
            <a:r>
              <a:rPr lang="en-US" sz="2000" dirty="0" smtClean="0">
                <a:hlinkClick r:id="rId4"/>
              </a:rPr>
              <a:t>BY-NC-SA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2106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4.5"/>
  <p:tag name="ORIGINALWIDTH" val="376.5"/>
  <p:tag name="LATEXADDIN" val="\documentclass{article}&#10;\usepackage{amsmath}&#10;\pagestyle{empty}&#10;\begin{document}&#10;$P[A|B]$&#10;\end{document}"/>
  <p:tag name="IGUANATEXSIZE" val="20"/>
  <p:tag name="IGUANATEXCURSOR" val="8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111</Words>
  <Application>Microsoft Office PowerPoint</Application>
  <PresentationFormat>On-screen Show (4:3)</PresentationFormat>
  <Paragraphs>19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MS PGothic</vt:lpstr>
      <vt:lpstr>Akzidenz-Grotesk Pro Bold</vt:lpstr>
      <vt:lpstr>Arial</vt:lpstr>
      <vt:lpstr>Calibri</vt:lpstr>
      <vt:lpstr>Office Theme</vt:lpstr>
      <vt:lpstr>Conditioning RV on an Event</vt:lpstr>
      <vt:lpstr>Conditioning RV on an Event (PMF Example)</vt:lpstr>
      <vt:lpstr>Solution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Cihan Tepedelenlioglu</dc:creator>
  <cp:lastModifiedBy>Abhilash Sureshbabu</cp:lastModifiedBy>
  <cp:revision>3</cp:revision>
  <dcterms:created xsi:type="dcterms:W3CDTF">2015-06-06T00:41:59Z</dcterms:created>
  <dcterms:modified xsi:type="dcterms:W3CDTF">2016-02-19T00:18:50Z</dcterms:modified>
</cp:coreProperties>
</file>