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699C79-3932-476D-B1BB-DB82030E6727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E4E8F1-BC73-47F0-9A38-A54136D69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100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176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D2721-65D0-4909-AE09-666E665367A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E03-2B4D-4859-9BCB-76B2ACFB4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842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D2721-65D0-4909-AE09-666E665367A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E03-2B4D-4859-9BCB-76B2ACFB4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357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D2721-65D0-4909-AE09-666E665367A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E03-2B4D-4859-9BCB-76B2ACFB4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637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D2721-65D0-4909-AE09-666E665367A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E03-2B4D-4859-9BCB-76B2ACFB4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140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D2721-65D0-4909-AE09-666E665367A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E03-2B4D-4859-9BCB-76B2ACFB4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69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D2721-65D0-4909-AE09-666E665367A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E03-2B4D-4859-9BCB-76B2ACFB4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602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D2721-65D0-4909-AE09-666E665367A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E03-2B4D-4859-9BCB-76B2ACFB4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557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D2721-65D0-4909-AE09-666E665367A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E03-2B4D-4859-9BCB-76B2ACFB4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945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D2721-65D0-4909-AE09-666E665367A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E03-2B4D-4859-9BCB-76B2ACFB4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344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D2721-65D0-4909-AE09-666E665367A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E03-2B4D-4859-9BCB-76B2ACFB4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118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D2721-65D0-4909-AE09-666E665367A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E03-2B4D-4859-9BCB-76B2ACFB4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08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3D2721-65D0-4909-AE09-666E665367A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DDE03-2B4D-4859-9BCB-76B2ACFB4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303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5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Review of Set Theory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717755" y="2222090"/>
            <a:ext cx="6934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SzPct val="150000"/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Probability theory is grounded in set theory</a:t>
            </a:r>
          </a:p>
          <a:p>
            <a:pPr marL="342900" indent="-342900">
              <a:lnSpc>
                <a:spcPct val="150000"/>
              </a:lnSpc>
              <a:buSzPct val="150000"/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Union</a:t>
            </a:r>
          </a:p>
          <a:p>
            <a:pPr marL="342900" indent="-342900">
              <a:lnSpc>
                <a:spcPct val="150000"/>
              </a:lnSpc>
              <a:buSzPct val="150000"/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Intersection</a:t>
            </a:r>
          </a:p>
          <a:p>
            <a:pPr marL="342900" indent="-342900">
              <a:lnSpc>
                <a:spcPct val="150000"/>
              </a:lnSpc>
              <a:buSzPct val="150000"/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Compliment</a:t>
            </a:r>
          </a:p>
          <a:p>
            <a:pPr marL="342900" indent="-342900">
              <a:lnSpc>
                <a:spcPct val="150000"/>
              </a:lnSpc>
              <a:buSzPct val="150000"/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De Morgan’s Law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117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Set Union</a:t>
            </a:r>
            <a:endParaRPr lang="en-US" sz="36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981200"/>
            <a:ext cx="4514850" cy="362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402" y="5726224"/>
            <a:ext cx="6096000" cy="390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221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Set Intersection</a:t>
            </a:r>
            <a:endParaRPr lang="en-US" sz="36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819" y="1981200"/>
            <a:ext cx="4543425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277" y="5778193"/>
            <a:ext cx="6334125" cy="358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120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Set Compliment</a:t>
            </a:r>
            <a:endParaRPr lang="en-US" sz="36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05000"/>
            <a:ext cx="4591050" cy="351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5641085"/>
            <a:ext cx="5334000" cy="439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440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Mutually Exclusive (Disjoint)</a:t>
            </a:r>
            <a:endParaRPr lang="en-US" sz="36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828800"/>
            <a:ext cx="4467225" cy="351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636" y="5995372"/>
            <a:ext cx="8763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5967259"/>
            <a:ext cx="117157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550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Collectively Exhaustive</a:t>
            </a:r>
            <a:endParaRPr lang="en-US" sz="36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52600"/>
            <a:ext cx="4533900" cy="359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265" y="5791200"/>
            <a:ext cx="4190999" cy="41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75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Other Basic Definitions</a:t>
            </a:r>
            <a:endParaRPr lang="en-US" sz="3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609" y="5638800"/>
            <a:ext cx="47720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299" y="1934666"/>
            <a:ext cx="80010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1866899" y="1902210"/>
            <a:ext cx="25314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means if               then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699" y="1990864"/>
            <a:ext cx="630936" cy="19202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8361" y="1990864"/>
            <a:ext cx="640080" cy="182880"/>
          </a:xfrm>
          <a:prstGeom prst="rect">
            <a:avLst/>
          </a:prstGeom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590800"/>
            <a:ext cx="3430516" cy="2712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186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Partition</a:t>
            </a:r>
            <a:endParaRPr lang="en-US" sz="36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802" y="1828800"/>
            <a:ext cx="4533900" cy="352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85800" y="5638800"/>
            <a:ext cx="64206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SzPct val="150000"/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  <a:cs typeface="Arial" panose="020B0604020202020204" pitchFamily="34" charset="0"/>
              </a:rPr>
              <a:t>Both mutually exclusive AND collectively exhaustive</a:t>
            </a:r>
            <a:endParaRPr lang="en-US" sz="2000" dirty="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733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De Morgan’s Law</a:t>
            </a:r>
            <a:endParaRPr lang="en-US" sz="36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" y="1963225"/>
            <a:ext cx="383857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" y="2971800"/>
            <a:ext cx="7391400" cy="289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056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</a:t>
            </a:r>
            <a:endParaRPr lang="en-US" sz="3600" dirty="0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76400"/>
            <a:ext cx="5648325" cy="494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385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11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29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4.5"/>
  <p:tag name="ORIGINALWIDTH" val="310.5"/>
  <p:tag name="LATEXADDIN" val="\documentclass{article}&#10;\usepackage{amsmath}&#10;\pagestyle{empty}&#10;\begin{document}&#10;$x \in A$&#10;\end{document}"/>
  <p:tag name="IGUANATEXSIZE" val="20"/>
  <p:tag name="IGUANATEXCURSOR" val="8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0"/>
  <p:tag name="ORIGINALWIDTH" val="315"/>
  <p:tag name="LATEXADDIN" val="\documentclass{article}&#10;\usepackage{amsmath}&#10;\pagestyle{empty}&#10;\begin{document}&#10;$x \in B$&#10;\end{document}"/>
  <p:tag name="IGUANATEXSIZE" val="20"/>
  <p:tag name="IGUANATEXCURSOR" val="8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</Words>
  <Application>Microsoft Office PowerPoint</Application>
  <PresentationFormat>On-screen Show (4:3)</PresentationFormat>
  <Paragraphs>33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MS PGothic</vt:lpstr>
      <vt:lpstr>Akzidenz-Grotesk Pro Bold</vt:lpstr>
      <vt:lpstr>Arial</vt:lpstr>
      <vt:lpstr>Calibri</vt:lpstr>
      <vt:lpstr>Office Theme</vt:lpstr>
      <vt:lpstr>Review of Set Theory</vt:lpstr>
      <vt:lpstr>Set Union</vt:lpstr>
      <vt:lpstr>Set Intersection</vt:lpstr>
      <vt:lpstr>Set Compliment</vt:lpstr>
      <vt:lpstr>Mutually Exclusive (Disjoint)</vt:lpstr>
      <vt:lpstr>Collectively Exhaustive</vt:lpstr>
      <vt:lpstr>Other Basic Definitions</vt:lpstr>
      <vt:lpstr>Partition</vt:lpstr>
      <vt:lpstr>De Morgan’s Law</vt:lpstr>
      <vt:lpstr>Example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of Set Theory</dc:title>
  <dc:creator>Cihan Tepedelenlioglu</dc:creator>
  <cp:lastModifiedBy>Abhilash Sureshbabu</cp:lastModifiedBy>
  <cp:revision>2</cp:revision>
  <dcterms:created xsi:type="dcterms:W3CDTF">2015-06-06T00:18:06Z</dcterms:created>
  <dcterms:modified xsi:type="dcterms:W3CDTF">2016-02-19T00:02:46Z</dcterms:modified>
</cp:coreProperties>
</file>