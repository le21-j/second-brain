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8" r:id="rId3"/>
    <p:sldId id="259" r:id="rId4"/>
    <p:sldId id="270" r:id="rId5"/>
    <p:sldId id="269" r:id="rId6"/>
    <p:sldId id="260" r:id="rId7"/>
    <p:sldId id="261" r:id="rId8"/>
    <p:sldId id="262" r:id="rId9"/>
    <p:sldId id="264" r:id="rId10"/>
    <p:sldId id="265" r:id="rId11"/>
    <p:sldId id="271" r:id="rId12"/>
    <p:sldId id="266" r:id="rId13"/>
    <p:sldId id="267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4B46C-023F-41B2-8781-CE20A77527D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98046-08E2-4A08-AA07-905F9C685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9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9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6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5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6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6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5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4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6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3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83865-F681-4CF0-A69F-3A228D29BD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5DB59-AC82-417A-B6B4-E966AA5BE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0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Poisson Process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91" y="4038600"/>
            <a:ext cx="5105400" cy="1346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1695341"/>
            <a:ext cx="557075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analogue of Bernoulli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described as points on a 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OR, as an increasing staircase that goes up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by one at every point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30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Definition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4572000" cy="4179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76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PMF of Number of Arrivals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92" y="1632526"/>
            <a:ext cx="5346700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69608"/>
            <a:ext cx="5181600" cy="338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37992" y="3040639"/>
            <a:ext cx="5720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Number of arrivals during an interval of length </a:t>
            </a:r>
            <a:r>
              <a:rPr lang="en-US" sz="2000" i="1" dirty="0" smtClean="0"/>
              <a:t>t </a:t>
            </a:r>
            <a:r>
              <a:rPr lang="en-US" sz="2000" dirty="0" smtClean="0"/>
              <a:t>is 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955" y="3176633"/>
            <a:ext cx="262128" cy="21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2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Bernoulli Poisson Relation</a:t>
            </a:r>
            <a:endParaRPr lang="en-US" sz="3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0916"/>
            <a:ext cx="58674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62256"/>
            <a:ext cx="4983451" cy="3209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5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Poisson Relation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2057400"/>
            <a:ext cx="671857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Binomial </a:t>
            </a:r>
            <a:r>
              <a:rPr lang="en-US" sz="2000" i="1" dirty="0" smtClean="0"/>
              <a:t>(</a:t>
            </a:r>
            <a:r>
              <a:rPr lang="en-US" sz="2000" i="1" dirty="0" err="1" smtClean="0"/>
              <a:t>n,p</a:t>
            </a:r>
            <a:r>
              <a:rPr lang="en-US" sz="2000" i="1" dirty="0" smtClean="0"/>
              <a:t>) </a:t>
            </a:r>
            <a:r>
              <a:rPr lang="en-US" sz="2000" dirty="0" smtClean="0"/>
              <a:t>PMF converges to Poisson PMF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Large </a:t>
            </a:r>
            <a:r>
              <a:rPr lang="en-US" sz="2000" i="1" dirty="0" smtClean="0"/>
              <a:t>n</a:t>
            </a:r>
            <a:r>
              <a:rPr lang="en-US" sz="2000" dirty="0" smtClean="0"/>
              <a:t>, small </a:t>
            </a:r>
            <a:r>
              <a:rPr lang="en-US" sz="2000" i="1" dirty="0" smtClean="0"/>
              <a:t>p     </a:t>
            </a:r>
            <a:r>
              <a:rPr lang="en-US" sz="2000" dirty="0" smtClean="0"/>
              <a:t>(             ,             ),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AKA “Poisson Limit Theorem”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Can be generalized to Binomial </a:t>
            </a:r>
            <a:r>
              <a:rPr lang="en-US" sz="2000" i="1" dirty="0" smtClean="0"/>
              <a:t>process</a:t>
            </a:r>
            <a:r>
              <a:rPr lang="en-US" sz="2000" dirty="0" smtClean="0"/>
              <a:t> and Poisson </a:t>
            </a:r>
            <a:r>
              <a:rPr lang="en-US" sz="2000" i="1" dirty="0" smtClean="0"/>
              <a:t>process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We said before that binomial is like Gaussian for large </a:t>
            </a:r>
            <a:r>
              <a:rPr lang="en-US" sz="2000" i="1" dirty="0" smtClean="0"/>
              <a:t>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So Gaussian is the same as Poisson???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0" y="3065486"/>
            <a:ext cx="647400" cy="1102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033654"/>
            <a:ext cx="516790" cy="1738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027707"/>
            <a:ext cx="819912" cy="179832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7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47909"/>
            <a:ext cx="5861695" cy="3656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3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Interarrival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Times</a:t>
            </a:r>
            <a:endParaRPr lang="en-US" sz="3600" dirty="0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752600"/>
            <a:ext cx="5105399" cy="177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92" y="4114801"/>
            <a:ext cx="5590308" cy="208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Erlang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PDF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C:\Users\ctepede\Desktop\erlang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64008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60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Merging of Poisson Processes</a:t>
            </a:r>
            <a:endParaRPr 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75770"/>
            <a:ext cx="5314950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0" y="5791200"/>
                <a:ext cx="50878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Merged process has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791200"/>
                <a:ext cx="5087868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958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04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Merging of Poisson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5362479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09" y="3962400"/>
            <a:ext cx="4800600" cy="84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6800" y="5823466"/>
                <a:ext cx="1491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/(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823466"/>
                <a:ext cx="149149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066800" y="5181600"/>
            <a:ext cx="7425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is 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prob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that one exponential will be less than another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59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1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Review</a:t>
            </a:r>
            <a:endParaRPr lang="en-US" sz="36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57400"/>
            <a:ext cx="5653907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4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Review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6303264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1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69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129"/>
  <p:tag name="LATEXADDIN" val="\documentclass{article}&#10;\usepackage{amsmath}&#10;\pagestyle{empty}&#10;\begin{document}&#10;$$N_t$$&#10;\end{document}"/>
  <p:tag name="IGUANATEXSIZE" val="20"/>
  <p:tag name="IGUANATEXCURSOR" val="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5.25"/>
  <p:tag name="ORIGINALWIDTH" val="383.25"/>
  <p:tag name="LATEXADDIN" val="\documentclass{article}&#10;\usepackage{amsmath}&#10;\pagestyle{empty}&#10;\begin{document}&#10;$n \rightarrow \infty$&#10;\end{document}"/>
  <p:tag name="IGUANATEXSIZE" val="20"/>
  <p:tag name="IGUANATEXCURSOR" val="1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318.75"/>
  <p:tag name="LATEXADDIN" val="\documentclass{article}&#10;\usepackage{amsmath}&#10;\pagestyle{empty}&#10;\begin{document}&#10;$p \rightarrow 0$&#10;\end{document}"/>
  <p:tag name="IGUANATEXSIZE" val="20"/>
  <p:tag name="IGUANATEXCURSOR" val="9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5"/>
  <p:tag name="ORIGINALWIDTH" val="403.5"/>
  <p:tag name="LATEXADDIN" val="\documentclass{article}&#10;\usepackage{amsmath}&#10;\pagestyle{empty}&#10;\begin{document}&#10;$n p \rightarrow \alpha$&#10;\end{document}"/>
  <p:tag name="IGUANATEXSIZE" val="20"/>
  <p:tag name="IGUANATEXCURSOR" val="1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177</Words>
  <Application>Microsoft Office PowerPoint</Application>
  <PresentationFormat>On-screen Show (4:3)</PresentationFormat>
  <Paragraphs>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MS PGothic</vt:lpstr>
      <vt:lpstr>Akzidenz-Grotesk Pro Bold</vt:lpstr>
      <vt:lpstr>Arial</vt:lpstr>
      <vt:lpstr>Calibri</vt:lpstr>
      <vt:lpstr>Cambria Math</vt:lpstr>
      <vt:lpstr>Office Theme</vt:lpstr>
      <vt:lpstr>Poisson Process</vt:lpstr>
      <vt:lpstr>Definition</vt:lpstr>
      <vt:lpstr>PMF of Number of Arrivals</vt:lpstr>
      <vt:lpstr>Bernoulli Poisson Relation</vt:lpstr>
      <vt:lpstr>Binomial Poisson Relation</vt:lpstr>
      <vt:lpstr>Example</vt:lpstr>
      <vt:lpstr>Interarrival Times</vt:lpstr>
      <vt:lpstr>Erlang PDF</vt:lpstr>
      <vt:lpstr>Merging of Poisson Processes</vt:lpstr>
      <vt:lpstr>Merging of Poisson Cont’</vt:lpstr>
      <vt:lpstr>PowerPoint Presentation</vt:lpstr>
      <vt:lpstr>Review</vt:lpstr>
      <vt:lpstr>Review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14</cp:revision>
  <dcterms:created xsi:type="dcterms:W3CDTF">2015-06-06T00:59:51Z</dcterms:created>
  <dcterms:modified xsi:type="dcterms:W3CDTF">2016-02-19T00:41:28Z</dcterms:modified>
</cp:coreProperties>
</file>