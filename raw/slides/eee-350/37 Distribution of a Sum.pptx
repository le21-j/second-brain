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1" r:id="rId4"/>
    <p:sldId id="259" r:id="rId5"/>
    <p:sldId id="260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4EBFA-4F71-4F42-BCD6-43D13257E6C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E39A2-BB15-4B2C-B009-8575C9B0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83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9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6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0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2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1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61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5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0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52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13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5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42B61-5D59-4C7B-908E-B41BACEBDA5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A5B31-1111-46E3-9ABC-BC4629FA6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The Distribution of a Sum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99" y="1828800"/>
            <a:ext cx="3201939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73382"/>
            <a:ext cx="453127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29561" y="5425597"/>
            <a:ext cx="3817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This is convolution of the PMFs!</a:t>
            </a:r>
            <a:endParaRPr lang="en-US" sz="2000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401" y="5461000"/>
            <a:ext cx="190996" cy="32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8" y="2971800"/>
            <a:ext cx="4505711" cy="1483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7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Recall Convolution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5866007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26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Continuous Case</a:t>
            </a:r>
            <a:endParaRPr 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085" y="1752600"/>
            <a:ext cx="345951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96" y="2057401"/>
            <a:ext cx="4840649" cy="55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036" y="3048000"/>
            <a:ext cx="4287328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181601"/>
            <a:ext cx="4291878" cy="803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32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40" y="1915477"/>
            <a:ext cx="80581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66800" y="3200400"/>
            <a:ext cx="62343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Find the density of </a:t>
            </a:r>
            <a:r>
              <a:rPr lang="en-US" sz="2000" i="1" dirty="0" smtClean="0"/>
              <a:t>X+Y</a:t>
            </a:r>
            <a:r>
              <a:rPr lang="en-US" sz="2000" dirty="0" smtClean="0"/>
              <a:t> if </a:t>
            </a:r>
            <a:r>
              <a:rPr lang="en-US" sz="2000" i="1" dirty="0" smtClean="0"/>
              <a:t>X</a:t>
            </a:r>
            <a:r>
              <a:rPr lang="en-US" sz="2000" dirty="0" smtClean="0"/>
              <a:t> and </a:t>
            </a:r>
            <a:r>
              <a:rPr lang="en-US" sz="2000" i="1" dirty="0" smtClean="0"/>
              <a:t>Y</a:t>
            </a:r>
            <a:r>
              <a:rPr lang="en-US" sz="2000" dirty="0" smtClean="0"/>
              <a:t> are independent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Convolution:</a:t>
            </a:r>
            <a:endParaRPr lang="en-US" sz="20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" y="4191000"/>
            <a:ext cx="827722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40" y="5562600"/>
            <a:ext cx="50387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0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61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63</Words>
  <Application>Microsoft Office PowerPoint</Application>
  <PresentationFormat>On-screen Show (4:3)</PresentationFormat>
  <Paragraphs>17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MS PGothic</vt:lpstr>
      <vt:lpstr>Akzidenz-Grotesk Pro Bold</vt:lpstr>
      <vt:lpstr>Arial</vt:lpstr>
      <vt:lpstr>Calibri</vt:lpstr>
      <vt:lpstr>Office Theme</vt:lpstr>
      <vt:lpstr>The Distribution of a Sum</vt:lpstr>
      <vt:lpstr>Recall Convolution</vt:lpstr>
      <vt:lpstr>PowerPoint Presentation</vt:lpstr>
      <vt:lpstr>Continuous Case</vt:lpstr>
      <vt:lpstr>Example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5</cp:revision>
  <dcterms:created xsi:type="dcterms:W3CDTF">2015-06-06T00:49:49Z</dcterms:created>
  <dcterms:modified xsi:type="dcterms:W3CDTF">2016-02-19T00:23:26Z</dcterms:modified>
</cp:coreProperties>
</file>