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63ED2-0A85-4D43-8E58-B83A5B800B7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9A30-1080-41FB-BD47-D51AC2A96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54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50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4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8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8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1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67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1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36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37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41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4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786B7-0282-441E-96B0-EAE200F4745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F340A-65B9-4C0E-8D32-AFF6FFFF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1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Experiment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2057400"/>
            <a:ext cx="762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 repeatable procedure that produces potentially different outcomes at every trial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Set of </a:t>
            </a:r>
            <a:r>
              <a:rPr lang="en-US" sz="2800" b="1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outcomes is the sample space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 smtClean="0"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are sets of outcomes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Events are subsets of the sample space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Probabilities will be assigned to events</a:t>
            </a:r>
          </a:p>
        </p:txBody>
      </p:sp>
    </p:spTree>
    <p:extLst>
      <p:ext uri="{BB962C8B-B14F-4D97-AF65-F5344CB8AC3E}">
        <p14:creationId xmlns:p14="http://schemas.microsoft.com/office/powerpoint/2010/main" val="15854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More on Sample Space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2649" y="1981200"/>
                <a:ext cx="7620000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“List” (set) of possible outcomes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Denoted by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List must be: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Mutually exclusive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Collectively exhaustive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Art:  to be at the “right” granularity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Do you just care about even/odd in dice?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649" y="1981200"/>
                <a:ext cx="7620000" cy="4616648"/>
              </a:xfrm>
              <a:prstGeom prst="rect">
                <a:avLst/>
              </a:prstGeom>
              <a:blipFill rotWithShape="1">
                <a:blip r:embed="rId3"/>
                <a:stretch>
                  <a:fillRect l="-1360" b="-1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847106"/>
            <a:ext cx="269055" cy="29697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2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Sample Space: Discrete</a:t>
            </a:r>
            <a:r>
              <a:rPr kumimoji="0" lang="en-US" sz="3600" b="0" i="0" u="none" strike="noStrike" kern="0" cap="none" spc="0" normalizeH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 Example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798137" y="1831257"/>
            <a:ext cx="632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rolls of a tetrahedral </a:t>
            </a:r>
            <a:r>
              <a:rPr lang="en-US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space vs. sequential description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951018"/>
            <a:ext cx="3965851" cy="3046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819400"/>
            <a:ext cx="1710079" cy="3524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1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Sample Space: Continuous </a:t>
            </a:r>
            <a:r>
              <a:rPr kumimoji="0" lang="en-US" sz="3600" b="0" i="0" u="none" strike="noStrike" kern="0" cap="none" spc="0" normalizeH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0"/>
            <a:ext cx="4310063" cy="3522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9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Probability Space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2045110"/>
            <a:ext cx="714836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Probability space consists of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Sample space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A collection of subsets of sample space called events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Probability assignments to each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91000"/>
            <a:ext cx="81740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Events are subsets of sample space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Collection of events satisfy certain </a:t>
            </a:r>
            <a:r>
              <a:rPr lang="en-US" sz="2000" dirty="0" err="1" smtClean="0"/>
              <a:t>requrements</a:t>
            </a:r>
            <a:endParaRPr lang="en-US" sz="2000" dirty="0" smtClean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E.g. union of two events is an event; same with intersection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There are other technical requirements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How probabilities are assigned to events is subject to </a:t>
            </a:r>
          </a:p>
          <a:p>
            <a:pPr lvl="2"/>
            <a:r>
              <a:rPr lang="en-US" sz="2000" dirty="0" smtClean="0"/>
              <a:t>     rules (axioms)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4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Axioms of Probability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0"/>
            <a:ext cx="6581775" cy="3949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2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05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.75"/>
  <p:tag name="ORIGINALWIDTH" val="79.5"/>
  <p:tag name="LATEXADDIN" val="\documentclass{article}&#10;\usepackage{amsmath}&#10;\pagestyle{empty}&#10;\begin{document}&#10;$\Omega$&#10;\end{document}"/>
  <p:tag name="IGUANATEXSIZE" val="20"/>
  <p:tag name="IGUANATEXCURSOR" val="8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On-screen Show (4:3)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Cambria Math</vt:lpstr>
      <vt:lpstr>Office Theme</vt:lpstr>
      <vt:lpstr>Experiment</vt:lpstr>
      <vt:lpstr>More on Sample Space</vt:lpstr>
      <vt:lpstr>Sample Space: Discrete Example</vt:lpstr>
      <vt:lpstr>Sample Space: Continuous Example</vt:lpstr>
      <vt:lpstr>Probability Space</vt:lpstr>
      <vt:lpstr>Axioms of Probability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</dc:title>
  <dc:creator>Cihan Tepedelenlioglu</dc:creator>
  <cp:lastModifiedBy>Abhilash Sureshbabu</cp:lastModifiedBy>
  <cp:revision>2</cp:revision>
  <dcterms:created xsi:type="dcterms:W3CDTF">2015-06-06T00:19:26Z</dcterms:created>
  <dcterms:modified xsi:type="dcterms:W3CDTF">2016-02-19T00:03:06Z</dcterms:modified>
</cp:coreProperties>
</file>