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35B12-C3AD-433A-8B48-2A9BFABBD8E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56CB8-6A51-44A3-85D3-B0815645B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8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20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7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1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6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1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6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9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1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2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0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82F5E-CC08-431A-A714-AF583FA4DE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4762-40F5-4443-BB77-B7A1CB063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5.png"/><Relationship Id="rId5" Type="http://schemas.openxmlformats.org/officeDocument/2006/relationships/tags" Target="../tags/tag5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Regression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6980066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5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Regression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1657533"/>
            <a:ext cx="430117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Statistical interpretation: straight line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model with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i.i.d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 Gaussian noise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Likelihood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Taking logs yields “least-squares”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LS criterion comes out of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Common sense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Gaussian noise assumption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264" y="1733952"/>
            <a:ext cx="3087624" cy="252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074" y="2041032"/>
            <a:ext cx="1519428" cy="22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761" y="2288451"/>
            <a:ext cx="2654808" cy="6934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761" y="3783168"/>
            <a:ext cx="2173224" cy="21793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411413"/>
            <a:ext cx="4819553" cy="6259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246" y="3402538"/>
            <a:ext cx="288036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1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Linear Regression</a:t>
            </a:r>
            <a:endParaRPr 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5933855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6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Variations on Regression</a:t>
            </a:r>
            <a:endParaRPr lang="en-US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6199394" cy="3039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5800" y="5562600"/>
                <a:ext cx="32367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Minimization also 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wrt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562600"/>
                <a:ext cx="3236784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698" t="-6154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12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Variations on Regression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5257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5867400"/>
            <a:ext cx="7370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Another option is to take log of the x data (and sometimes y data)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426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Estimating Power Law Parameters</a:t>
            </a: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37001"/>
            <a:ext cx="2690932" cy="6218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5800" y="2667000"/>
                <a:ext cx="8058681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have noisy measurements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i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at 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,  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=1,…, 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sz="2000" b="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We want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α</m:t>
                    </m:r>
                    <m:r>
                      <a:rPr lang="en-US" sz="2000" b="0" i="1" smtClean="0">
                        <a:latin typeface="Cambria Math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is known as the “path-loss exponent”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 this form, data does not have a linear relationship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Until we take logs…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667000"/>
                <a:ext cx="8058681" cy="1631216"/>
              </a:xfrm>
              <a:prstGeom prst="rect">
                <a:avLst/>
              </a:prstGeom>
              <a:blipFill rotWithShape="1">
                <a:blip r:embed="rId4"/>
                <a:stretch>
                  <a:fillRect l="-681" t="-1498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685800" y="1371600"/>
            <a:ext cx="49584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wireless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comms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the received power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245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50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9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519.5"/>
  <p:tag name="LATEXADDIN" val="\documentclass{article}&#10;\usepackage{amsmath}&#10;\pagestyle{empty}&#10;\begin{document}&#10;$$(x_1,y_1), (x_2,y_2), \ldots, (x_n,y_n)$$&#10;\end{document}"/>
  <p:tag name="IGUANATEXSIZE" val="20"/>
  <p:tag name="IGUANATEXCURSOR" val="1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"/>
  <p:tag name="ORIGINALWIDTH" val="747.75"/>
  <p:tag name="LATEXADDIN" val="\documentclass{article}&#10;\usepackage{amsmath}&#10;\pagestyle{empty}&#10;\begin{document}&#10;$$y_i \approx \theta_0 + \theta_1 x_i$$&#10;\end{document}"/>
  <p:tag name="IGUANATEXSIZE" val="20"/>
  <p:tag name="IGUANATEXCURSOR" val="1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1.25"/>
  <p:tag name="ORIGINALWIDTH" val="1306.5"/>
  <p:tag name="LATEXADDIN" val="\documentclass{article}&#10;\usepackage{amsmath}&#10;\pagestyle{empty}&#10;\begin{document}&#10;$$\min_{\theta_0,\theta_1} \sum_{i=1}^n (y_i - \theta_0-\theta_1 x_i)^2$$&#10;\end{document}"/>
  <p:tag name="IGUANATEXSIZE" val="20"/>
  <p:tag name="IGUANATEXCURSOR" val="15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5"/>
  <p:tag name="ORIGINALWIDTH" val="1069.5"/>
  <p:tag name="LATEXADDIN" val="\documentclass{article}&#10;\usepackage{amsmath}&#10;\pagestyle{empty}&#10;\begin{document}&#10;$$Y_i = \theta_0 + \theta_1 x_i + W_i$$&#10;\end{document}"/>
  <p:tag name="IGUANATEXSIZE" val="20"/>
  <p:tag name="IGUANATEXCURSOR" val="11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3.60448"/>
  <p:tag name="ORIGINALWIDTH" val="720.6893"/>
  <p:tag name="LATEXADDIN" val="\documentclass{article}&#10;\usepackage{amsmath}&#10;\pagestyle{empty}&#10;\begin{document}&#10;$$f_{\bf Y}({\bf y}; \underbrace{\theta_0, \theta_1}_{\rm unknown}, \underbrace{{\bf x}}_{\rm known})&#10;=C\exp\left(-\frac{1}{2\sigma^2}&#10;\sum_{i=1}^n&#10;(y_i-\theta_0-\theta_1 x_i)^2\right)$$&#10;\end{document}"/>
  <p:tag name="IGUANATEXSIZE" val="20"/>
  <p:tag name="IGUANATEXCURSOR" val="26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5"/>
  <p:tag name="ORIGINALWIDTH" val="141.75"/>
  <p:tag name="LATEXADDIN" val="\documentclass{article}&#10;\usepackage{amsmath}&#10;\pagestyle{empty}&#10;\begin{document}&#10;$$W_i$$&#10;\end{document}"/>
  <p:tag name="IGUANATEXSIZE" val="20"/>
  <p:tag name="IGUANATEXCURSOR" val="8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8.75"/>
  <p:tag name="ORIGINALWIDTH" val="1119.75"/>
  <p:tag name="LATEXADDIN" val="\documentclass{article}&#10;\usepackage{amsmath}&#10;\pagestyle{empty}&#10;\begin{document}&#10;$$P(d) = \frac{C}{d^\alpha}, \;\;\;\; d&gt;d_0$$&#10;\end{document}"/>
  <p:tag name="IGUANATEXSIZE" val="20"/>
  <p:tag name="IGUANATEXCURSOR" val="11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121</Words>
  <Application>Microsoft Office PowerPoint</Application>
  <PresentationFormat>On-screen Show (4:3)</PresentationFormat>
  <Paragraphs>42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MS PGothic</vt:lpstr>
      <vt:lpstr>Akzidenz-Grotesk Pro Bold</vt:lpstr>
      <vt:lpstr>Arial</vt:lpstr>
      <vt:lpstr>Calibri</vt:lpstr>
      <vt:lpstr>Cambria Math</vt:lpstr>
      <vt:lpstr>Office Theme</vt:lpstr>
      <vt:lpstr>Regression</vt:lpstr>
      <vt:lpstr>Regression Cont’</vt:lpstr>
      <vt:lpstr>Linear Regression</vt:lpstr>
      <vt:lpstr>PowerPoint Presentation</vt:lpstr>
      <vt:lpstr>Variations on Regression</vt:lpstr>
      <vt:lpstr>Variations on Regression Cont’</vt:lpstr>
      <vt:lpstr>Estimating Power Law Parameters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15</cp:revision>
  <dcterms:created xsi:type="dcterms:W3CDTF">2015-06-06T00:57:11Z</dcterms:created>
  <dcterms:modified xsi:type="dcterms:W3CDTF">2016-02-19T00:39:51Z</dcterms:modified>
</cp:coreProperties>
</file>