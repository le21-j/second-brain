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A6209-A7C2-4A1F-A2F3-8F6AB4C9425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3B2BC-942D-41C3-8ABB-95C6A96C3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3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2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3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5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9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9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6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5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1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7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3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9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6DBD7-3635-442D-92F3-FC6EBFEB539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57E1F-5086-4FA6-B31C-42AFDC4A3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3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Total Probability Theorem for RVs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927254"/>
            <a:ext cx="6718506" cy="958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Let                             be a partition of the sample space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Then we have: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5" y="1992349"/>
            <a:ext cx="13811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76600"/>
            <a:ext cx="55626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90600" y="5181600"/>
            <a:ext cx="74491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Intuition: To “draw” from the distribution               we first randomly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smtClean="0"/>
              <a:t>chose                      with probability                and then draw from 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5332107"/>
            <a:ext cx="662940" cy="2529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867400"/>
            <a:ext cx="955548" cy="2804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742" y="5841841"/>
            <a:ext cx="576072" cy="2514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600" y="5812885"/>
            <a:ext cx="955548" cy="2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3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392268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849756"/>
            <a:ext cx="54387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09600" y="5562599"/>
            <a:ext cx="5505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Sum of two bell curves with different means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This is known as a “mixed Gaussian distribution”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5715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 descr="C:\Users\ctepede\Desktop\untitled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59" y="1676400"/>
            <a:ext cx="6808839" cy="510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19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6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26.25"/>
  <p:tag name="LATEXADDIN" val="\documentclass{article}&#10;\usepackage{amsmath}&#10;\pagestyle{empty}&#10;\begin{document}&#10;$$P_X(x)$$&#10;\end{document}"/>
  <p:tag name="IGUANATEXSIZE" val="20"/>
  <p:tag name="IGUANATEXCURSOR" val="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470.25"/>
  <p:tag name="LATEXADDIN" val="\documentclass{article}&#10;\usepackage{amsmath}&#10;\pagestyle{empty}&#10;\begin{document}&#10;$$P_{X|B_i}(x)$$&#10;\end{document}"/>
  <p:tag name="IGUANATEXSIZE" val="20"/>
  <p:tag name="IGUANATEXCURSOR" val="9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283.5"/>
  <p:tag name="LATEXADDIN" val="\documentclass{article}&#10;\usepackage{amsmath}&#10;\pagestyle{empty}&#10;\begin{document}&#10;$$P[B_i]$$&#10;\end{document}"/>
  <p:tag name="IGUANATEXSIZE" val="20"/>
  <p:tag name="IGUANATEXCURSOR" val="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470.25"/>
  <p:tag name="LATEXADDIN" val="\documentclass{article}&#10;\usepackage{amsmath}&#10;\pagestyle{empty}&#10;\begin{document}&#10;$$P_{X|B_i}(x)$$&#10;\end{document}"/>
  <p:tag name="IGUANATEXSIZE" val="20"/>
  <p:tag name="IGUANATEXCURSOR" val="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</Words>
  <Application>Microsoft Office PowerPoint</Application>
  <PresentationFormat>On-screen Show (4:3)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MS PGothic</vt:lpstr>
      <vt:lpstr>Akzidenz-Grotesk Pro Bold</vt:lpstr>
      <vt:lpstr>Arial</vt:lpstr>
      <vt:lpstr>Calibri</vt:lpstr>
      <vt:lpstr>Office Theme</vt:lpstr>
      <vt:lpstr>Total Probability Theorem for RVs</vt:lpstr>
      <vt:lpstr>Example</vt:lpstr>
      <vt:lpstr>Example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4</cp:revision>
  <dcterms:created xsi:type="dcterms:W3CDTF">2015-06-06T00:43:07Z</dcterms:created>
  <dcterms:modified xsi:type="dcterms:W3CDTF">2016-02-19T00:19:33Z</dcterms:modified>
</cp:coreProperties>
</file>