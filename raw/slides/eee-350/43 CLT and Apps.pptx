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57" r:id="rId3"/>
    <p:sldId id="258" r:id="rId4"/>
    <p:sldId id="259" r:id="rId5"/>
    <p:sldId id="260" r:id="rId6"/>
    <p:sldId id="261" r:id="rId7"/>
    <p:sldId id="266" r:id="rId8"/>
    <p:sldId id="267" r:id="rId9"/>
    <p:sldId id="262" r:id="rId10"/>
    <p:sldId id="263" r:id="rId11"/>
    <p:sldId id="265" r:id="rId12"/>
    <p:sldId id="264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E768-82A3-4FD3-AB23-428924B24E8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ACDB10-463C-4F87-98C5-D25DC7688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19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655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064-B030-4E65-A1C9-4E027D6C6AF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C8F30-3AB2-46BE-A614-5F934EA04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064-B030-4E65-A1C9-4E027D6C6AF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C8F30-3AB2-46BE-A614-5F934EA04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866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064-B030-4E65-A1C9-4E027D6C6AF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C8F30-3AB2-46BE-A614-5F934EA04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510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064-B030-4E65-A1C9-4E027D6C6AF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C8F30-3AB2-46BE-A614-5F934EA04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6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064-B030-4E65-A1C9-4E027D6C6AF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C8F30-3AB2-46BE-A614-5F934EA04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619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064-B030-4E65-A1C9-4E027D6C6AF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C8F30-3AB2-46BE-A614-5F934EA04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40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064-B030-4E65-A1C9-4E027D6C6AF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C8F30-3AB2-46BE-A614-5F934EA04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30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064-B030-4E65-A1C9-4E027D6C6AF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C8F30-3AB2-46BE-A614-5F934EA04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86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064-B030-4E65-A1C9-4E027D6C6AF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C8F30-3AB2-46BE-A614-5F934EA04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31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064-B030-4E65-A1C9-4E027D6C6AF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C8F30-3AB2-46BE-A614-5F934EA04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46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064-B030-4E65-A1C9-4E027D6C6AF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C8F30-3AB2-46BE-A614-5F934EA04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49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0"/>
            <a:ext cx="6858000" cy="1007226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1198145"/>
            <a:ext cx="6858000" cy="4913897"/>
          </a:xfrm>
        </p:spPr>
        <p:txBody>
          <a:bodyPr/>
          <a:lstStyle>
            <a:lvl1pPr marL="342900" indent="-342900" algn="l">
              <a:buFont typeface="Arial" panose="020B0604020202020204" pitchFamily="34" charset="0"/>
              <a:buChar char="•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7825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307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8862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1762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5049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0978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006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9473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487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5037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605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34064-B030-4E65-A1C9-4E027D6C6AF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C8F30-3AB2-46BE-A614-5F934EA04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96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643AF-56AF-476C-8127-1E36D80C146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 smtClea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mtClea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26306-94AF-4FDD-A05C-A3B778A081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smtClea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678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Different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Scalings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 of the Sum</a:t>
            </a:r>
            <a:endParaRPr lang="en-US" sz="36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56080"/>
            <a:ext cx="5980315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192684"/>
            <a:ext cx="4488148" cy="150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3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Central Limit Theorem</a:t>
            </a:r>
            <a:endParaRPr lang="en-US" sz="36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28800"/>
            <a:ext cx="5381781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823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Profundity and Usefulness</a:t>
            </a:r>
            <a:endParaRPr lang="en-US" sz="36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" y="1803401"/>
            <a:ext cx="5410200" cy="1254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54" y="3352800"/>
            <a:ext cx="5562211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54" y="4932218"/>
            <a:ext cx="3886200" cy="1179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2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Back to the Polls</a:t>
            </a:r>
            <a:endParaRPr lang="en-US" sz="3600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81200"/>
            <a:ext cx="5158260" cy="330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774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Apply CLT</a:t>
            </a:r>
            <a:endParaRPr lang="en-US" sz="36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28799"/>
            <a:ext cx="5161620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4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kern="0" dirty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Apply CLT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29327"/>
            <a:ext cx="5791200" cy="4634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114800" y="5486400"/>
            <a:ext cx="381000" cy="152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423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01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Binomial is a Sum of RVs</a:t>
            </a:r>
            <a:endParaRPr lang="en-US" sz="36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057400"/>
            <a:ext cx="573405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213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087880"/>
            <a:ext cx="4344981" cy="220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59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 smtClean="0"/>
              <a:t>Example </a:t>
            </a:r>
            <a:r>
              <a:rPr lang="en-US" sz="3600" dirty="0" err="1" smtClean="0"/>
              <a:t>Cont</a:t>
            </a:r>
            <a:r>
              <a:rPr lang="en-US" sz="3600" dirty="0" smtClean="0"/>
              <a:t>’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CLT approximation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2552700"/>
            <a:ext cx="5140757" cy="136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56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Correction for Binomial Approx.</a:t>
            </a:r>
            <a:endParaRPr lang="en-US" sz="3600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1524000"/>
            <a:ext cx="5667375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6400800"/>
            <a:ext cx="1853184" cy="2529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8258" y="5880817"/>
            <a:ext cx="6484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Changing 21 to 21.5 yields 1 to 1.166, so we lookup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544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66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59.5"/>
  <p:tag name="ORIGINALWIDTH" val="2108.25"/>
  <p:tag name="LATEXADDIN" val="\documentclass{article}&#10;\usepackage{amsmath}&#10;\pagestyle{empty}&#10;\begin{document}&#10;&#10;&#10;$\begin{aligned}&#10;               P(S_n \le 21)&amp;=P\left(\frac{S_n-(36)(0.5)}{\sqrt{36(0.5)^2}}\le 1\right)\\&#10;                            &amp;\approx \Phi(1)=0.8413&#10;  \end{aligned}$&#10;&#10;&#10;&#10;\end{document}"/>
  <p:tag name="IGUANATEXSIZE" val="24"/>
  <p:tag name="IGUANATEXCURSOR" val="185"/>
  <p:tag name="TRANSPARENCY" val="True"/>
  <p:tag name="FILENAME" val=""/>
  <p:tag name="INPUTTYPE" val="0"/>
  <p:tag name="LATEXENGINEID" val="0"/>
  <p:tag name="TEMPFOLDER" val="C:\Users\Abhilash S\Documents\temp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912"/>
  <p:tag name="LATEXADDIN" val="\documentclass{article}&#10;\usepackage{amsmath}&#10;\pagestyle{empty}&#10;\begin{document}&#10;$$\Phi(1.166)=0.877$$&#10;\end{document}"/>
  <p:tag name="IGUANATEXSIZE" val="20"/>
  <p:tag name="IGUANATEXCURSOR" val="9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85</Words>
  <Application>Microsoft Office PowerPoint</Application>
  <PresentationFormat>On-screen Show (4:3)</PresentationFormat>
  <Paragraphs>27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MS PGothic</vt:lpstr>
      <vt:lpstr>Akzidenz-Grotesk Pro Bold</vt:lpstr>
      <vt:lpstr>Arial</vt:lpstr>
      <vt:lpstr>Calibri</vt:lpstr>
      <vt:lpstr>Calibri Light</vt:lpstr>
      <vt:lpstr>Office Theme</vt:lpstr>
      <vt:lpstr>1_Office Theme</vt:lpstr>
      <vt:lpstr>Different Scalings of the Sum</vt:lpstr>
      <vt:lpstr>Central Limit Theorem</vt:lpstr>
      <vt:lpstr>Profundity and Usefulness</vt:lpstr>
      <vt:lpstr>Back to the Polls</vt:lpstr>
      <vt:lpstr>Apply CLT</vt:lpstr>
      <vt:lpstr>Apply CLT</vt:lpstr>
      <vt:lpstr>PowerPoint Presentation</vt:lpstr>
      <vt:lpstr>Binomial is a Sum of RVs</vt:lpstr>
      <vt:lpstr>Example</vt:lpstr>
      <vt:lpstr>Example Cont’</vt:lpstr>
      <vt:lpstr>Correction for Binomial Approx.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Cihan Tepedelenlioglu</dc:creator>
  <cp:lastModifiedBy>Abhilash Sureshbabu</cp:lastModifiedBy>
  <cp:revision>8</cp:revision>
  <dcterms:created xsi:type="dcterms:W3CDTF">2015-06-06T00:55:55Z</dcterms:created>
  <dcterms:modified xsi:type="dcterms:W3CDTF">2016-02-19T00:38:03Z</dcterms:modified>
</cp:coreProperties>
</file>