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1386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F0DF50-E472-4C8B-9B2A-A539ACFCF8F7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C7A533-9336-45E7-A2A9-D9D3DBD56B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26025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4B8A5A-2325-4AB5-90FE-10C0BF4D2D9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41490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9C790-A1E9-4045-85E1-3A26380FC720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6618A-0041-4BBE-8917-2B24B84253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2463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9C790-A1E9-4045-85E1-3A26380FC720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6618A-0041-4BBE-8917-2B24B84253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79731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9C790-A1E9-4045-85E1-3A26380FC720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6618A-0041-4BBE-8917-2B24B84253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3159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9C790-A1E9-4045-85E1-3A26380FC720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6618A-0041-4BBE-8917-2B24B84253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7928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9C790-A1E9-4045-85E1-3A26380FC720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6618A-0041-4BBE-8917-2B24B84253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9352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9C790-A1E9-4045-85E1-3A26380FC720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6618A-0041-4BBE-8917-2B24B84253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96731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9C790-A1E9-4045-85E1-3A26380FC720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6618A-0041-4BBE-8917-2B24B84253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67200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9C790-A1E9-4045-85E1-3A26380FC720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6618A-0041-4BBE-8917-2B24B84253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87196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9C790-A1E9-4045-85E1-3A26380FC720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6618A-0041-4BBE-8917-2B24B84253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32645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9C790-A1E9-4045-85E1-3A26380FC720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6618A-0041-4BBE-8917-2B24B84253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80770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9C790-A1E9-4045-85E1-3A26380FC720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6618A-0041-4BBE-8917-2B24B84253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3660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89C790-A1E9-4045-85E1-3A26380FC720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B6618A-0041-4BBE-8917-2B24B84253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5782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://ocw.mit.edu/courses/electrical-engineering-and-computer-science/6-041-probabilistic-systems-analysis-and-applied-probability-fall-2010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://creativecommons.org/licenses/by-nc-sa/4.0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7620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Mixed Distributions</a:t>
            </a:r>
            <a:endParaRPr lang="en-US" sz="3600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905000"/>
            <a:ext cx="5664584" cy="312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1066800" y="5334000"/>
            <a:ext cx="35532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Dirac’s delta function shows that 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6064" y="5392174"/>
            <a:ext cx="2037588" cy="252984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9826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7620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Recalling Dirac’s Delta</a:t>
            </a:r>
            <a:endParaRPr lang="en-US" sz="3600" dirty="0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828800"/>
            <a:ext cx="7191375" cy="3695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199" y="5674360"/>
            <a:ext cx="3533775" cy="5524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5453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7620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Mixed Distributions </a:t>
            </a:r>
            <a:r>
              <a:rPr lang="en-US" sz="3600" kern="0" dirty="0" err="1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Cont</a:t>
            </a:r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’</a:t>
            </a:r>
            <a:endParaRPr lang="en-US" sz="3600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752600"/>
            <a:ext cx="5163408" cy="3733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180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7620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Example of Mixed Distributions</a:t>
            </a:r>
            <a:endParaRPr lang="en-US" sz="3600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1837" y="2362200"/>
            <a:ext cx="9144000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29168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7620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Worked Example</a:t>
            </a:r>
            <a:endParaRPr lang="en-US" sz="3600" dirty="0"/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854200"/>
            <a:ext cx="46101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480" y="3820160"/>
            <a:ext cx="5694641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34364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00" y="7620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Solution</a:t>
            </a:r>
            <a:endParaRPr lang="en-US" sz="3600" dirty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828800"/>
            <a:ext cx="8534400" cy="440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59320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4676" y="1016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Continuous vs Discrete vs Mixed RVs</a:t>
            </a:r>
            <a:endParaRPr lang="en-US" sz="3600" dirty="0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157" y="1828800"/>
            <a:ext cx="7691438" cy="4510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829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dirty="0" smtClean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Acknowledgements and Citations</a:t>
            </a:r>
            <a:endParaRPr lang="en-US" sz="3600" dirty="0">
              <a:solidFill>
                <a:srgbClr val="FFC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8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757381" y="1676400"/>
            <a:ext cx="695498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>
                <a:cs typeface="Arial" panose="020B0604020202020204" pitchFamily="34" charset="0"/>
              </a:rPr>
              <a:t>Parts of these slides are adapted from the following resources: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8711" y="3048000"/>
            <a:ext cx="6954982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Power Point Lecture Slides for the Textbook </a:t>
            </a:r>
            <a:r>
              <a:rPr lang="en-US" sz="2000" dirty="0" smtClean="0"/>
              <a:t>http</a:t>
            </a:r>
            <a:r>
              <a:rPr lang="en-US" sz="2000" dirty="0"/>
              <a:t>://</a:t>
            </a:r>
            <a:r>
              <a:rPr lang="en-US" sz="2000" dirty="0" smtClean="0"/>
              <a:t>bcs.wiley.com/hebcs/Books?action=index&amp;bcsId=8676&amp;itemId=1118324560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John </a:t>
            </a:r>
            <a:r>
              <a:rPr lang="en-US" sz="2000" dirty="0" err="1"/>
              <a:t>Tsitsiklis</a:t>
            </a:r>
            <a:r>
              <a:rPr lang="en-US" sz="2000" dirty="0"/>
              <a:t>. </a:t>
            </a:r>
            <a:r>
              <a:rPr lang="en-US" sz="2000" i="1" dirty="0"/>
              <a:t>6.041 Probabilistic Systems Analysis and Applied Probability, Fall 2010</a:t>
            </a:r>
            <a:r>
              <a:rPr lang="en-US" sz="2000" dirty="0"/>
              <a:t>. (Massachusetts Institute of Technology: </a:t>
            </a:r>
            <a:r>
              <a:rPr lang="en-US" sz="2000" dirty="0" smtClean="0"/>
              <a:t>MIT </a:t>
            </a:r>
            <a:r>
              <a:rPr lang="en-US" sz="2000" dirty="0" err="1" smtClean="0"/>
              <a:t>OpenCourseWare</a:t>
            </a:r>
            <a:r>
              <a:rPr lang="en-US" sz="2000" dirty="0"/>
              <a:t>),</a:t>
            </a:r>
            <a:r>
              <a:rPr lang="en-US" sz="2000" dirty="0">
                <a:hlinkClick r:id="rId3"/>
              </a:rPr>
              <a:t>http://ocw.mit.edu</a:t>
            </a:r>
            <a:r>
              <a:rPr lang="en-US" sz="2000" dirty="0"/>
              <a:t> (Accessed 13 Apr, 2015). License: </a:t>
            </a:r>
            <a:r>
              <a:rPr lang="en-US" sz="2000" dirty="0">
                <a:hlinkClick r:id="rId4"/>
              </a:rPr>
              <a:t>Creative Commons </a:t>
            </a:r>
            <a:r>
              <a:rPr lang="en-US" sz="2000" dirty="0" smtClean="0">
                <a:hlinkClick r:id="rId4"/>
              </a:rPr>
              <a:t>BY-NC-SA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80313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4.5"/>
  <p:tag name="ORIGINALWIDTH" val="1002.75"/>
  <p:tag name="LATEXADDIN" val="\documentclass{article}&#10;\usepackage{amsmath}&#10;\pagestyle{empty}&#10;\begin{document}&#10;${\bf P}(X=1/2)=1/2$&#10;\end{document}"/>
  <p:tag name="IGUANATEXSIZE" val="20"/>
  <p:tag name="IGUANATEXCURSOR" val="88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63</Words>
  <Application>Microsoft Office PowerPoint</Application>
  <PresentationFormat>On-screen Show (4:3)</PresentationFormat>
  <Paragraphs>21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MS PGothic</vt:lpstr>
      <vt:lpstr>Akzidenz-Grotesk Pro Bold</vt:lpstr>
      <vt:lpstr>Arial</vt:lpstr>
      <vt:lpstr>Calibri</vt:lpstr>
      <vt:lpstr>Office Theme</vt:lpstr>
      <vt:lpstr>Mixed Distributions</vt:lpstr>
      <vt:lpstr>Recalling Dirac’s Delta</vt:lpstr>
      <vt:lpstr>Mixed Distributions Cont’</vt:lpstr>
      <vt:lpstr>Example of Mixed Distributions</vt:lpstr>
      <vt:lpstr>Worked Example</vt:lpstr>
      <vt:lpstr>Solution</vt:lpstr>
      <vt:lpstr>Continuous vs Discrete vs Mixed RVs</vt:lpstr>
      <vt:lpstr>Acknowledgements and Citations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Mixed Distributions</dc:title>
  <dc:creator>Cihan Tepedelenlioglu</dc:creator>
  <cp:lastModifiedBy>Abhilash Sureshbabu</cp:lastModifiedBy>
  <cp:revision>3</cp:revision>
  <dcterms:created xsi:type="dcterms:W3CDTF">2015-06-06T00:36:01Z</dcterms:created>
  <dcterms:modified xsi:type="dcterms:W3CDTF">2016-02-19T00:15:51Z</dcterms:modified>
</cp:coreProperties>
</file>