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2" r:id="rId3"/>
    <p:sldId id="258" r:id="rId4"/>
    <p:sldId id="261" r:id="rId5"/>
    <p:sldId id="259" r:id="rId6"/>
    <p:sldId id="260" r:id="rId7"/>
    <p:sldId id="263" r:id="rId8"/>
  </p:sldIdLst>
  <p:sldSz cx="9144000" cy="6858000" type="screen4x3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40ECE-E631-4A88-AD87-FC932396D5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54113"/>
            <a:ext cx="41560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45000"/>
            <a:ext cx="5607050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772525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F5BB3-4591-4B89-8627-C7F60661E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43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35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F11D-9EC7-4D6B-9EA2-B777E7C926E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FA7D-D11A-48B2-BCC2-E4E71C440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313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F11D-9EC7-4D6B-9EA2-B777E7C926E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FA7D-D11A-48B2-BCC2-E4E71C440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94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F11D-9EC7-4D6B-9EA2-B777E7C926E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FA7D-D11A-48B2-BCC2-E4E71C440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976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F11D-9EC7-4D6B-9EA2-B777E7C926E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FA7D-D11A-48B2-BCC2-E4E71C440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94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F11D-9EC7-4D6B-9EA2-B777E7C926E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FA7D-D11A-48B2-BCC2-E4E71C440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59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F11D-9EC7-4D6B-9EA2-B777E7C926E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FA7D-D11A-48B2-BCC2-E4E71C440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12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F11D-9EC7-4D6B-9EA2-B777E7C926E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FA7D-D11A-48B2-BCC2-E4E71C440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37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F11D-9EC7-4D6B-9EA2-B777E7C926E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FA7D-D11A-48B2-BCC2-E4E71C440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9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F11D-9EC7-4D6B-9EA2-B777E7C926E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FA7D-D11A-48B2-BCC2-E4E71C440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175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F11D-9EC7-4D6B-9EA2-B777E7C926E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FA7D-D11A-48B2-BCC2-E4E71C440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38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F11D-9EC7-4D6B-9EA2-B777E7C926E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FA7D-D11A-48B2-BCC2-E4E71C440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810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CF11D-9EC7-4D6B-9EA2-B777E7C926E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FFA7D-D11A-48B2-BCC2-E4E71C440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16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Variance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01329" y="1676400"/>
            <a:ext cx="4100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Measure of “spread” of the PMF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09800"/>
            <a:ext cx="4762500" cy="3190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477453"/>
            <a:ext cx="3409950" cy="1380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685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Variance Examples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762000" y="1828800"/>
            <a:ext cx="57216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Consider the effect of parameters on variance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298543"/>
              </p:ext>
            </p:extLst>
          </p:nvPr>
        </p:nvGraphicFramePr>
        <p:xfrm>
          <a:off x="914400" y="2574873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Random 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Variance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Bernoulli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Geometric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Binomial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Pascal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Poisson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Discrete Uniform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173" y="2961046"/>
            <a:ext cx="10001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9013" y="3312670"/>
            <a:ext cx="1200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826" y="3674620"/>
            <a:ext cx="11525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173" y="4071411"/>
            <a:ext cx="13620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809" y="4785852"/>
            <a:ext cx="24384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859" y="4489959"/>
            <a:ext cx="19050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838200" y="5621594"/>
            <a:ext cx="58256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Proofs require summation tricks (see textbook)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48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Chebyshev’s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 Inequality</a:t>
            </a:r>
            <a:endParaRPr lang="en-US" sz="3600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657600"/>
            <a:ext cx="3323065" cy="939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1329" y="1676400"/>
            <a:ext cx="711765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 upper-bound on “tail probability”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Applies to discrete and continuous distributions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prob. of being farther than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stds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away from the mean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“Most of the probability is a few </a:t>
            </a:r>
            <a:r>
              <a:rPr lang="en-US" sz="20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stds</a:t>
            </a:r>
            <a:r>
              <a:rPr lang="en-US" sz="2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away from the mean”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21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Review of Mean and Variance</a:t>
            </a:r>
            <a:endParaRPr lang="en-US" sz="3600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18" y="1752600"/>
            <a:ext cx="4880486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08" y="3505200"/>
            <a:ext cx="4443413" cy="2217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32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Review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866103"/>
            <a:ext cx="3657600" cy="138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211567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928922"/>
            <a:ext cx="4886325" cy="507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82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00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120</Words>
  <Application>Microsoft Office PowerPoint</Application>
  <PresentationFormat>On-screen Show (4:3)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MS PGothic</vt:lpstr>
      <vt:lpstr>Akzidenz-Grotesk Pro Bold</vt:lpstr>
      <vt:lpstr>Arial</vt:lpstr>
      <vt:lpstr>Calibri</vt:lpstr>
      <vt:lpstr>Office Theme</vt:lpstr>
      <vt:lpstr>Variance</vt:lpstr>
      <vt:lpstr>PowerPoint Presentation</vt:lpstr>
      <vt:lpstr>Variance Examples</vt:lpstr>
      <vt:lpstr>Chebyshev’s Inequality</vt:lpstr>
      <vt:lpstr>Review of Mean and Variance</vt:lpstr>
      <vt:lpstr>Review Cont’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Variance</dc:title>
  <dc:creator>Cihan Tepedelenlioglu</dc:creator>
  <cp:lastModifiedBy>Abhilash Sureshbabu</cp:lastModifiedBy>
  <cp:revision>6</cp:revision>
  <cp:lastPrinted>2015-09-02T16:45:05Z</cp:lastPrinted>
  <dcterms:created xsi:type="dcterms:W3CDTF">2015-06-06T00:29:52Z</dcterms:created>
  <dcterms:modified xsi:type="dcterms:W3CDTF">2016-02-19T00:13:10Z</dcterms:modified>
</cp:coreProperties>
</file>