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C3B43E-34BF-4135-9A73-D38F21252DD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08C79F-A899-4D8D-81E9-8ACC840FF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750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831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5B5F5-B1DA-498E-8810-A30CA7B5694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247EA-6D09-4AE7-8A1B-1E81D34E7F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620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5B5F5-B1DA-498E-8810-A30CA7B5694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247EA-6D09-4AE7-8A1B-1E81D34E7F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70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5B5F5-B1DA-498E-8810-A30CA7B5694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247EA-6D09-4AE7-8A1B-1E81D34E7F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924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5B5F5-B1DA-498E-8810-A30CA7B5694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247EA-6D09-4AE7-8A1B-1E81D34E7F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288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5B5F5-B1DA-498E-8810-A30CA7B5694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247EA-6D09-4AE7-8A1B-1E81D34E7F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289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5B5F5-B1DA-498E-8810-A30CA7B5694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247EA-6D09-4AE7-8A1B-1E81D34E7F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925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5B5F5-B1DA-498E-8810-A30CA7B5694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247EA-6D09-4AE7-8A1B-1E81D34E7F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594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5B5F5-B1DA-498E-8810-A30CA7B5694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247EA-6D09-4AE7-8A1B-1E81D34E7F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137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5B5F5-B1DA-498E-8810-A30CA7B5694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247EA-6D09-4AE7-8A1B-1E81D34E7F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159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5B5F5-B1DA-498E-8810-A30CA7B5694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247EA-6D09-4AE7-8A1B-1E81D34E7F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214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5B5F5-B1DA-498E-8810-A30CA7B5694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247EA-6D09-4AE7-8A1B-1E81D34E7F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587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5B5F5-B1DA-498E-8810-A30CA7B5694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9247EA-6D09-4AE7-8A1B-1E81D34E7F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43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ocw.mit.edu/courses/electrical-engineering-and-computer-science/6-041-probabilistic-systems-analysis-and-applied-probability-fall-201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creativecommons.org/licenses/by-nc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Uniform Distribution</a:t>
            </a:r>
            <a:endParaRPr lang="en-US" sz="36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00200"/>
            <a:ext cx="418147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856292"/>
            <a:ext cx="43815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4816876"/>
            <a:ext cx="2971800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597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Exponential Distribution</a:t>
            </a:r>
            <a:endParaRPr lang="en-US" sz="36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828800"/>
            <a:ext cx="3476625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2685" y="2110737"/>
            <a:ext cx="65722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276600"/>
            <a:ext cx="379095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0" y="4876800"/>
            <a:ext cx="199072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704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Gaussian (Normal) Distribution</a:t>
            </a:r>
            <a:endParaRPr lang="en-US" sz="36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759632"/>
            <a:ext cx="3581400" cy="396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00" y="2514600"/>
            <a:ext cx="278130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7" name="Picture 7" descr="C:\Users\ctepede\Desktop\normalpdf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684494"/>
            <a:ext cx="4064001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8" name="Picture 8" descr="C:\Users\ctepede\Desktop\normalcdf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684494"/>
            <a:ext cx="38100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165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Gaussian (Normal) Distribution</a:t>
            </a:r>
            <a:endParaRPr lang="en-US" sz="36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362200"/>
            <a:ext cx="3657600" cy="1005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" y="1949159"/>
            <a:ext cx="337185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" y="3810000"/>
            <a:ext cx="3657600" cy="22151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314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524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Gaussian (Normal) Distribution</a:t>
            </a:r>
            <a:endParaRPr lang="en-US" sz="36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2057400"/>
            <a:ext cx="8896350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024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 and Citations</a:t>
            </a:r>
            <a:endParaRPr lang="en-US" sz="36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6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57381" y="1676400"/>
            <a:ext cx="6954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Arial" panose="020B0604020202020204" pitchFamily="34" charset="0"/>
              </a:rPr>
              <a:t>Parts of these slides are adapted from the following resources: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711" y="3048000"/>
            <a:ext cx="69549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Power Point Lecture Slides for the Textbook </a:t>
            </a:r>
            <a:r>
              <a:rPr lang="en-US" sz="2000" dirty="0" smtClean="0"/>
              <a:t>http</a:t>
            </a:r>
            <a:r>
              <a:rPr lang="en-US" sz="2000" dirty="0"/>
              <a:t>://</a:t>
            </a:r>
            <a:r>
              <a:rPr lang="en-US" sz="2000" dirty="0" smtClean="0"/>
              <a:t>bcs.wiley.com/hebcs/Books?action=index&amp;bcsId=8676&amp;itemId=1118324560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John </a:t>
            </a:r>
            <a:r>
              <a:rPr lang="en-US" sz="2000" dirty="0" err="1"/>
              <a:t>Tsitsiklis</a:t>
            </a:r>
            <a:r>
              <a:rPr lang="en-US" sz="2000" dirty="0"/>
              <a:t>. </a:t>
            </a:r>
            <a:r>
              <a:rPr lang="en-US" sz="2000" i="1" dirty="0"/>
              <a:t>6.041 Probabilistic Systems Analysis and Applied Probability, Fall 2010</a:t>
            </a:r>
            <a:r>
              <a:rPr lang="en-US" sz="2000" dirty="0"/>
              <a:t>. (Massachusetts Institute of Technology: </a:t>
            </a:r>
            <a:r>
              <a:rPr lang="en-US" sz="2000" dirty="0" smtClean="0"/>
              <a:t>MIT </a:t>
            </a:r>
            <a:r>
              <a:rPr lang="en-US" sz="2000" dirty="0" err="1" smtClean="0"/>
              <a:t>OpenCourseWare</a:t>
            </a:r>
            <a:r>
              <a:rPr lang="en-US" sz="2000" dirty="0"/>
              <a:t>),</a:t>
            </a:r>
            <a:r>
              <a:rPr lang="en-US" sz="2000" dirty="0">
                <a:hlinkClick r:id="rId3"/>
              </a:rPr>
              <a:t>http://ocw.mit.edu</a:t>
            </a:r>
            <a:r>
              <a:rPr lang="en-US" sz="2000" dirty="0"/>
              <a:t> (Accessed 13 Apr, 2015). License: </a:t>
            </a:r>
            <a:r>
              <a:rPr lang="en-US" sz="2000" dirty="0">
                <a:hlinkClick r:id="rId4"/>
              </a:rPr>
              <a:t>Creative Commons </a:t>
            </a:r>
            <a:r>
              <a:rPr lang="en-US" sz="2000" dirty="0" smtClean="0">
                <a:hlinkClick r:id="rId4"/>
              </a:rPr>
              <a:t>BY-NC-SA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24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</Words>
  <Application>Microsoft Office PowerPoint</Application>
  <PresentationFormat>On-screen Show (4:3)</PresentationFormat>
  <Paragraphs>16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MS PGothic</vt:lpstr>
      <vt:lpstr>Akzidenz-Grotesk Pro Bold</vt:lpstr>
      <vt:lpstr>Arial</vt:lpstr>
      <vt:lpstr>Calibri</vt:lpstr>
      <vt:lpstr>Office Theme</vt:lpstr>
      <vt:lpstr>Uniform Distribution</vt:lpstr>
      <vt:lpstr>Exponential Distribution</vt:lpstr>
      <vt:lpstr>Gaussian (Normal) Distribution</vt:lpstr>
      <vt:lpstr>Gaussian (Normal) Distribution</vt:lpstr>
      <vt:lpstr>Gaussian (Normal) Distribution</vt:lpstr>
      <vt:lpstr>Acknowledgements and Citations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Uniform Distribution</dc:title>
  <dc:creator>Cihan Tepedelenlioglu</dc:creator>
  <cp:lastModifiedBy>Abhilash Sureshbabu</cp:lastModifiedBy>
  <cp:revision>2</cp:revision>
  <dcterms:created xsi:type="dcterms:W3CDTF">2015-06-06T00:36:45Z</dcterms:created>
  <dcterms:modified xsi:type="dcterms:W3CDTF">2016-02-19T00:16:10Z</dcterms:modified>
</cp:coreProperties>
</file>