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7" r:id="rId3"/>
    <p:sldId id="258" r:id="rId4"/>
    <p:sldId id="261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2DB55-1C1D-452F-8990-63508CCC398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AF0E5-6B27-4C04-BF7F-12C6B6BDF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2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7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0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8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8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92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7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7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1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0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6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47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075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288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96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241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50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420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055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959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154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6983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19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F5122-1A07-4083-8BB8-D717153E209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A9320-0269-45D9-9045-4C28B52F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5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52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RVs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76600"/>
            <a:ext cx="744768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9709" y="1806677"/>
            <a:ext cx="78680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RV can take on a continuum of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Its probability distribution is captured by a probability density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smtClean="0"/>
              <a:t>PDF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1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PDFs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6856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Probability density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Nonnegative function and integrates to 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Integrate over a set to find probability of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If continuous, probability that the RV is any fixed value is zero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76600"/>
            <a:ext cx="5319713" cy="345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Strangeness of PDFs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5257800"/>
          </a:xfrm>
        </p:spPr>
        <p:txBody>
          <a:bodyPr>
            <a:noAutofit/>
          </a:bodyPr>
          <a:lstStyle/>
          <a:p>
            <a:r>
              <a:rPr lang="en-US" dirty="0" smtClean="0"/>
              <a:t>PDF evaluated at a value </a:t>
            </a:r>
            <a:r>
              <a:rPr lang="en-US" i="1" dirty="0" smtClean="0"/>
              <a:t>x</a:t>
            </a:r>
            <a:r>
              <a:rPr lang="en-US" dirty="0" smtClean="0"/>
              <a:t> is </a:t>
            </a:r>
            <a:r>
              <a:rPr lang="en-US" u="sng" dirty="0" smtClean="0"/>
              <a:t>not</a:t>
            </a:r>
            <a:r>
              <a:rPr lang="en-US" dirty="0" smtClean="0"/>
              <a:t> a probability!</a:t>
            </a:r>
            <a:br>
              <a:rPr lang="en-US" dirty="0" smtClean="0"/>
            </a:br>
            <a:r>
              <a:rPr lang="en-US" dirty="0" smtClean="0"/>
              <a:t>E.g.,                  is possible</a:t>
            </a:r>
          </a:p>
          <a:p>
            <a:r>
              <a:rPr lang="en-US" dirty="0" smtClean="0"/>
              <a:t> Also,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Actually, for continuous RVs, RHS is zero.</a:t>
            </a:r>
          </a:p>
          <a:p>
            <a:r>
              <a:rPr lang="en-US" dirty="0" smtClean="0"/>
              <a:t>Need to integrate to find probability (“density function”).</a:t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0" y="2483126"/>
            <a:ext cx="1285646" cy="3035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0" y="3886446"/>
            <a:ext cx="2404871" cy="3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Means and Variances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905000"/>
            <a:ext cx="5654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Similar to discrete RVs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Replace PMFs with PDFs, and sums with integrals: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313471"/>
            <a:ext cx="4972050" cy="206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42" y="1767348"/>
            <a:ext cx="5124450" cy="4674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4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76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527.25"/>
  <p:tag name="LATEXADDIN" val="\documentclass{article}&#10;\usepackage{amsmath}&#10;\pagestyle{empty}&#10;\begin{document}&#10;&#10;&#10;$f_X(3) &gt; 1$&#10;&#10;&#10;\end{document}"/>
  <p:tag name="IGUANATEXSIZE" val="24"/>
  <p:tag name="IGUANATEXCURSOR" val="91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86.25"/>
  <p:tag name="LATEXADDIN" val="\documentclass{article}&#10;\usepackage{amsmath}&#10;\pagestyle{empty}&#10;\begin{document}&#10;&#10;&#10;$f_X(x) \neq P[X=x]$&#10;&#10;&#10;\end{document}"/>
  <p:tag name="IGUANATEXSIZE" val="24"/>
  <p:tag name="IGUANATEXCURSOR" val="100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</Words>
  <Application>Microsoft Office PowerPoint</Application>
  <PresentationFormat>On-screen Show (4:3)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1_Office Theme</vt:lpstr>
      <vt:lpstr>Continuous RVs</vt:lpstr>
      <vt:lpstr>PDFs</vt:lpstr>
      <vt:lpstr>Strangeness of PDFs</vt:lpstr>
      <vt:lpstr>Means and Variances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RVs</dc:title>
  <dc:creator>Cihan Tepedelenlioglu</dc:creator>
  <cp:lastModifiedBy>Abhilash Sureshbabu</cp:lastModifiedBy>
  <cp:revision>5</cp:revision>
  <dcterms:created xsi:type="dcterms:W3CDTF">2015-06-06T00:32:19Z</dcterms:created>
  <dcterms:modified xsi:type="dcterms:W3CDTF">2016-02-19T00:14:46Z</dcterms:modified>
</cp:coreProperties>
</file>