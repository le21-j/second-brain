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8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B6CACB-B303-4F52-99A1-2DA3A97267C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128F0-26FC-4139-9201-507A2EC2E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27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6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9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6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4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0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25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7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46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743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107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431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36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043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725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243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42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603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9906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63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6814B-1F7F-42A5-BA30-BAE572A1B16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0AB8E-CB1D-45E4-BBA2-20F7E20C5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9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44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Integrals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75426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600" dirty="0" smtClean="0"/>
              <a:t>Outer integral only has constant limits</a:t>
            </a:r>
          </a:p>
          <a:p>
            <a:pPr>
              <a:lnSpc>
                <a:spcPct val="150000"/>
              </a:lnSpc>
            </a:pPr>
            <a:r>
              <a:rPr lang="en-US" sz="2600" dirty="0" smtClean="0"/>
              <a:t>Inner integral limits can depend on    for second </a:t>
            </a:r>
            <a:r>
              <a:rPr lang="en-US" sz="2600" dirty="0" err="1" smtClean="0"/>
              <a:t>eqn</a:t>
            </a:r>
            <a:r>
              <a:rPr lang="en-US" sz="26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sz="2600" dirty="0" smtClean="0"/>
              <a:t>Different limits if </a:t>
            </a:r>
            <a:endParaRPr lang="en-US" sz="26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200"/>
            <a:ext cx="2880360" cy="2286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5487916"/>
            <a:ext cx="106985" cy="19568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215" y="6052157"/>
            <a:ext cx="1423721" cy="27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0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Joint PDF Example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61" y="2209800"/>
            <a:ext cx="7637756" cy="189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1" y="2160032"/>
            <a:ext cx="3298371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557" y="2426732"/>
            <a:ext cx="14001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24200"/>
            <a:ext cx="27051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943600"/>
            <a:ext cx="36385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89136" y="1524000"/>
            <a:ext cx="208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Finding constant: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9136" y="5466080"/>
            <a:ext cx="3238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Finding probability of event </a:t>
            </a:r>
            <a:r>
              <a:rPr lang="en-US" i="1" dirty="0" smtClean="0"/>
              <a:t>A</a:t>
            </a:r>
            <a:endParaRPr lang="en-US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3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714560"/>
            <a:ext cx="1979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Find joint CDF 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814" y="1730495"/>
            <a:ext cx="11811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19" y="2362200"/>
            <a:ext cx="38481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880" y="3886200"/>
            <a:ext cx="2809875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9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014037" y="1796120"/>
            <a:ext cx="73446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To perform integration to find CDF a diagram to find integral limits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If either                                                      (no region to integrate)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If both                         then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Consider figures for all other cases</a:t>
            </a:r>
            <a:endParaRPr lang="en-US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366" y="2202895"/>
            <a:ext cx="147637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88" y="2210189"/>
            <a:ext cx="13906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00" y="2478584"/>
            <a:ext cx="6000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412" y="2497634"/>
            <a:ext cx="523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521993"/>
            <a:ext cx="13620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37" y="3251200"/>
            <a:ext cx="2876550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657409"/>
            <a:ext cx="38290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9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1" y="1813560"/>
            <a:ext cx="4062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Consider figures for all other cases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4062184"/>
            <a:ext cx="34575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46375"/>
            <a:ext cx="2819400" cy="3222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8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1" y="1828800"/>
            <a:ext cx="4062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Consider figures for all other cases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56562"/>
            <a:ext cx="24384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124200"/>
            <a:ext cx="4343400" cy="674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8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803400"/>
            <a:ext cx="2757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Putting it all together: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2667000"/>
            <a:ext cx="63341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0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81200"/>
            <a:ext cx="6615113" cy="455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2113280"/>
            <a:ext cx="6905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334194"/>
            <a:ext cx="3086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0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0" y="3903289"/>
            <a:ext cx="371475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676402"/>
            <a:ext cx="6096000" cy="2226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1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47.5"/>
  <p:tag name="ORIGINALWIDTH" val="1575"/>
  <p:tag name="LATEXADDIN" val="\documentclass{article}&#10;\usepackage{amsmath}&#10;\pagestyle{empty}&#10;\begin{document}&#10;&#10;$\begin{aligned}&#10;               &amp;\iint\limits_\mathcal{R} f_{X,Y}(x,y) \,dx\,dy \\   &#10;               &amp;=\int_{a}^{b} \int_{g_1(y)}^{g_2(y)}  f_{X,Y}(x,y) \,dx\,dy \\&#10;               &amp;=\int_{c}^{d} \int_{g_3(x)}^{g_4(x)}  f_{X,Y}(x,y) \,dy\,dx  &#10;  \end{aligned}$&#10;\end{document}"/>
  <p:tag name="IGUANATEXSIZE" val="24"/>
  <p:tag name="IGUANATEXCURSOR" val="126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0.25"/>
  <p:tag name="ORIGINALWIDTH" val="58.5"/>
  <p:tag name="LATEXADDIN" val="\documentclass{article}&#10;\usepackage{amsmath}&#10;\pagestyle{empty}&#10;\begin{document}&#10;&#10;$y$&#10;\end{document}"/>
  <p:tag name="IGUANATEXSIZE" val="24"/>
  <p:tag name="IGUANATEXCURSOR" val="82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5"/>
  <p:tag name="ORIGINALWIDTH" val="778.5"/>
  <p:tag name="LATEXADDIN" val="\documentclass{article}&#10;\usepackage{amsmath}&#10;\pagestyle{empty}&#10;\begin{document}&#10;&#10;$\,dx\,dy \to \,dy\,dx $&#10;\end{document}"/>
  <p:tag name="IGUANATEXSIZE" val="24"/>
  <p:tag name="IGUANATEXCURSOR" val="103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136</Words>
  <Application>Microsoft Office PowerPoint</Application>
  <PresentationFormat>On-screen Show (4:3)</PresentationFormat>
  <Paragraphs>47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MS PGothic</vt:lpstr>
      <vt:lpstr>Akzidenz-Grotesk Pro Bold</vt:lpstr>
      <vt:lpstr>Arial</vt:lpstr>
      <vt:lpstr>Calibri</vt:lpstr>
      <vt:lpstr>Office Theme</vt:lpstr>
      <vt:lpstr>1_Office Theme</vt:lpstr>
      <vt:lpstr>Double Integrals</vt:lpstr>
      <vt:lpstr>Joint PDF Example</vt:lpstr>
      <vt:lpstr>Solution</vt:lpstr>
      <vt:lpstr>Example</vt:lpstr>
      <vt:lpstr>Solution</vt:lpstr>
      <vt:lpstr>Solution Cont’</vt:lpstr>
      <vt:lpstr>Solution Cont’</vt:lpstr>
      <vt:lpstr>Solution Cont’</vt:lpstr>
      <vt:lpstr>Solution Cont’</vt:lpstr>
      <vt:lpstr>Example</vt:lpstr>
      <vt:lpstr>Solution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Joint PDF Example</dc:title>
  <dc:creator>Cihan Tepedelenlioglu</dc:creator>
  <cp:lastModifiedBy>Abhilash Sureshbabu</cp:lastModifiedBy>
  <cp:revision>8</cp:revision>
  <dcterms:created xsi:type="dcterms:W3CDTF">2015-06-06T00:39:13Z</dcterms:created>
  <dcterms:modified xsi:type="dcterms:W3CDTF">2016-02-19T00:17:28Z</dcterms:modified>
</cp:coreProperties>
</file>