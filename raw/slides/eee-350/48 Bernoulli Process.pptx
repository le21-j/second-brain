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7B70F-6E12-496C-B2C3-4CCF15FE4C1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98B5A-7ADE-456F-87D4-EE7EF7EB8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0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51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4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3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1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4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6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3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8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5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3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75FFA-85EF-4AAD-A559-8332E3598AF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07451-3AF6-4321-BCAE-4BB88492F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4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The Bernoulli Process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4572000" cy="476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Why is it Called Bernoulli Process?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09" y="3124200"/>
            <a:ext cx="16478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3" y="3851852"/>
            <a:ext cx="15525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920527"/>
            <a:ext cx="17049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34604" y="1839510"/>
            <a:ext cx="6713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value at each slot is </a:t>
            </a:r>
            <a:r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a Bernoulli RV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i="1" dirty="0" smtClean="0"/>
              <a:t> </a:t>
            </a:r>
            <a:r>
              <a:rPr lang="en-US" sz="2000" dirty="0" smtClean="0"/>
              <a:t>is the number of successes in </a:t>
            </a:r>
            <a:r>
              <a:rPr lang="en-US" sz="2000" i="1" dirty="0" smtClean="0"/>
              <a:t>n</a:t>
            </a:r>
            <a:r>
              <a:rPr lang="en-US" sz="2000" dirty="0" smtClean="0"/>
              <a:t> time slots and is Binomial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1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Interarrival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Times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03748"/>
            <a:ext cx="41814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45" y="4399376"/>
            <a:ext cx="43434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3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Time of the </a:t>
            </a:r>
            <a:r>
              <a:rPr lang="en-US" sz="3600" i="1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k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th arrival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24025"/>
            <a:ext cx="42386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684740"/>
            <a:ext cx="42195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3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Splitting of a Bernoulli Process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6800" y="1981200"/>
                <a:ext cx="53396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Original process is Bernoulli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𝑞</m:t>
                    </m:r>
                  </m:oMath>
                </a14:m>
                <a:endParaRPr lang="en-US" sz="20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Using independent coin flips with probability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𝑝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981200"/>
                <a:ext cx="5339603" cy="707886"/>
              </a:xfrm>
              <a:prstGeom prst="rect">
                <a:avLst/>
              </a:prstGeom>
              <a:blipFill rotWithShape="1">
                <a:blip r:embed="rId2"/>
                <a:stretch>
                  <a:fillRect l="-913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96" y="2819400"/>
            <a:ext cx="4229919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41096" y="5257800"/>
                <a:ext cx="564359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Splitting a queues into two queues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Still Bernoulli with a new success probability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</a:t>
                </a:r>
                <a:r>
                  <a:rPr lang="en-US" sz="2000" dirty="0" smtClean="0"/>
                  <a:t>ew processes have parameters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𝑝𝑞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𝑞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96" y="5257800"/>
                <a:ext cx="5643596" cy="1015663"/>
              </a:xfrm>
              <a:prstGeom prst="rect">
                <a:avLst/>
              </a:prstGeom>
              <a:blipFill rotWithShape="1">
                <a:blip r:embed="rId4"/>
                <a:stretch>
                  <a:fillRect l="-864" t="-3012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4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929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Merging of Independent Bernoulli Processes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59691" y="1980707"/>
                <a:ext cx="7707303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Collisions are counted as a single arrival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Combining multiple queues into one queue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If two processes have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b="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New process has parameter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1−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b="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Simply because “at least one point” among the two is needed</a:t>
                </a:r>
              </a:p>
              <a:p>
                <a:r>
                  <a:rPr lang="en-US" sz="2000" dirty="0" smtClean="0"/>
                  <a:t>      to get a new point in the new process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91" y="1980707"/>
                <a:ext cx="7707303" cy="1938992"/>
              </a:xfrm>
              <a:prstGeom prst="rect">
                <a:avLst/>
              </a:prstGeom>
              <a:blipFill rotWithShape="1">
                <a:blip r:embed="rId2"/>
                <a:stretch>
                  <a:fillRect l="-712" t="-1572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2" y="3962400"/>
            <a:ext cx="4419600" cy="2384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5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Bernoulli Process Review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33600"/>
            <a:ext cx="4903358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91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137</Words>
  <Application>Microsoft Office PowerPoint</Application>
  <PresentationFormat>On-screen Show (4:3)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MS PGothic</vt:lpstr>
      <vt:lpstr>Akzidenz-Grotesk Pro Bold</vt:lpstr>
      <vt:lpstr>Arial</vt:lpstr>
      <vt:lpstr>Calibri</vt:lpstr>
      <vt:lpstr>Cambria Math</vt:lpstr>
      <vt:lpstr>Office Theme</vt:lpstr>
      <vt:lpstr>The Bernoulli Process</vt:lpstr>
      <vt:lpstr>Why is it Called Bernoulli Process?</vt:lpstr>
      <vt:lpstr>Interarrival Times</vt:lpstr>
      <vt:lpstr>Time of the kth arrival</vt:lpstr>
      <vt:lpstr>Splitting of a Bernoulli Process</vt:lpstr>
      <vt:lpstr>Merging of Independent Bernoulli Processes</vt:lpstr>
      <vt:lpstr>Bernoulli Process Review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10</cp:revision>
  <dcterms:created xsi:type="dcterms:W3CDTF">2015-06-06T00:59:13Z</dcterms:created>
  <dcterms:modified xsi:type="dcterms:W3CDTF">2016-02-19T00:41:08Z</dcterms:modified>
</cp:coreProperties>
</file>